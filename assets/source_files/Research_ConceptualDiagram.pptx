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8" r:id="rId2"/>
    <p:sldId id="261" r:id="rId3"/>
    <p:sldId id="260" r:id="rId4"/>
    <p:sldId id="256" r:id="rId5"/>
    <p:sldId id="259" r:id="rId6"/>
    <p:sldId id="257" r:id="rId7"/>
  </p:sldIdLst>
  <p:sldSz cx="5943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rrent" id="{5AB10F77-34B5-408C-BC57-2C45AA6290F8}">
          <p14:sldIdLst>
            <p14:sldId id="258"/>
            <p14:sldId id="261"/>
          </p14:sldIdLst>
        </p14:section>
        <p14:section name="Back-up draft (last major update)" id="{7C8347DC-89DF-43C2-BB3B-74349411E447}">
          <p14:sldIdLst>
            <p14:sldId id="260"/>
          </p14:sldIdLst>
        </p14:section>
        <p14:section name="Previous work" id="{83495966-D816-4059-8694-36A9627E2C4C}">
          <p14:sldIdLst>
            <p14:sldId id="256"/>
            <p14:sldId id="259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A89"/>
    <a:srgbClr val="F2F2F2"/>
    <a:srgbClr val="F3E7C8"/>
    <a:srgbClr val="7DAFBE"/>
    <a:srgbClr val="F7F8FA"/>
    <a:srgbClr val="ECECEC"/>
    <a:srgbClr val="E4D8B2"/>
    <a:srgbClr val="DCE6F0"/>
    <a:srgbClr val="EFE3C6"/>
    <a:srgbClr val="184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1DC6F-4C78-4873-913A-2B3F41CEF990}" v="12" dt="2026-05-18T13:27:30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82" y="618"/>
      </p:cViewPr>
      <p:guideLst>
        <p:guide orient="horz" pos="1728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om Swapna Borah" userId="eca56dfd-726c-4b20-9075-53d726ac31a4" providerId="ADAL" clId="{26078CFE-FC2F-4248-885E-E279B4AE7AFD}"/>
    <pc:docChg chg="undo custSel addSld delSld modSld">
      <pc:chgData name="Smitom Swapna Borah" userId="eca56dfd-726c-4b20-9075-53d726ac31a4" providerId="ADAL" clId="{26078CFE-FC2F-4248-885E-E279B4AE7AFD}" dt="2026-05-18T19:20:10.491" v="543" actId="1037"/>
      <pc:docMkLst>
        <pc:docMk/>
      </pc:docMkLst>
      <pc:sldChg chg="addSp delSp modSp mod">
        <pc:chgData name="Smitom Swapna Borah" userId="eca56dfd-726c-4b20-9075-53d726ac31a4" providerId="ADAL" clId="{26078CFE-FC2F-4248-885E-E279B4AE7AFD}" dt="2026-05-18T19:20:10.491" v="543" actId="1037"/>
        <pc:sldMkLst>
          <pc:docMk/>
          <pc:sldMk cId="1344218217" sldId="258"/>
        </pc:sldMkLst>
        <pc:spChg chg="add del mod">
          <ac:chgData name="Smitom Swapna Borah" userId="eca56dfd-726c-4b20-9075-53d726ac31a4" providerId="ADAL" clId="{26078CFE-FC2F-4248-885E-E279B4AE7AFD}" dt="2026-05-18T13:15:45.361" v="144" actId="478"/>
          <ac:spMkLst>
            <pc:docMk/>
            <pc:sldMk cId="1344218217" sldId="258"/>
            <ac:spMk id="4" creationId="{56708FC7-D41F-6D18-FB45-94C10BDB29A4}"/>
          </ac:spMkLst>
        </pc:spChg>
        <pc:spChg chg="add mod">
          <ac:chgData name="Smitom Swapna Borah" userId="eca56dfd-726c-4b20-9075-53d726ac31a4" providerId="ADAL" clId="{26078CFE-FC2F-4248-885E-E279B4AE7AFD}" dt="2026-05-18T19:20:10.491" v="543" actId="1037"/>
          <ac:spMkLst>
            <pc:docMk/>
            <pc:sldMk cId="1344218217" sldId="258"/>
            <ac:spMk id="5" creationId="{5C4C364A-1554-5AA3-4209-E00E93092FA1}"/>
          </ac:spMkLst>
        </pc:spChg>
        <pc:spChg chg="mod">
          <ac:chgData name="Smitom Swapna Borah" userId="eca56dfd-726c-4b20-9075-53d726ac31a4" providerId="ADAL" clId="{26078CFE-FC2F-4248-885E-E279B4AE7AFD}" dt="2026-05-18T13:16:57.816" v="221" actId="14100"/>
          <ac:spMkLst>
            <pc:docMk/>
            <pc:sldMk cId="1344218217" sldId="258"/>
            <ac:spMk id="7" creationId="{C372870B-219D-5916-DFA2-3B870975F51B}"/>
          </ac:spMkLst>
        </pc:spChg>
        <pc:spChg chg="mod">
          <ac:chgData name="Smitom Swapna Borah" userId="eca56dfd-726c-4b20-9075-53d726ac31a4" providerId="ADAL" clId="{26078CFE-FC2F-4248-885E-E279B4AE7AFD}" dt="2026-05-18T13:25:59.976" v="474" actId="14100"/>
          <ac:spMkLst>
            <pc:docMk/>
            <pc:sldMk cId="1344218217" sldId="258"/>
            <ac:spMk id="13" creationId="{BDE15D74-0EF3-0BF1-E819-7AC19F198D96}"/>
          </ac:spMkLst>
        </pc:spChg>
        <pc:spChg chg="mod">
          <ac:chgData name="Smitom Swapna Borah" userId="eca56dfd-726c-4b20-9075-53d726ac31a4" providerId="ADAL" clId="{26078CFE-FC2F-4248-885E-E279B4AE7AFD}" dt="2026-05-18T13:22:05.693" v="391" actId="20577"/>
          <ac:spMkLst>
            <pc:docMk/>
            <pc:sldMk cId="1344218217" sldId="258"/>
            <ac:spMk id="14" creationId="{1AD549F7-D072-F2AA-D5DD-4995CEA34F16}"/>
          </ac:spMkLst>
        </pc:spChg>
        <pc:spChg chg="mod">
          <ac:chgData name="Smitom Swapna Borah" userId="eca56dfd-726c-4b20-9075-53d726ac31a4" providerId="ADAL" clId="{26078CFE-FC2F-4248-885E-E279B4AE7AFD}" dt="2026-05-18T13:21:20.253" v="347" actId="20577"/>
          <ac:spMkLst>
            <pc:docMk/>
            <pc:sldMk cId="1344218217" sldId="258"/>
            <ac:spMk id="15" creationId="{C770E683-2AAB-A49A-BE85-BA3EC957326C}"/>
          </ac:spMkLst>
        </pc:spChg>
        <pc:spChg chg="mod">
          <ac:chgData name="Smitom Swapna Borah" userId="eca56dfd-726c-4b20-9075-53d726ac31a4" providerId="ADAL" clId="{26078CFE-FC2F-4248-885E-E279B4AE7AFD}" dt="2026-05-18T13:18:41.237" v="243" actId="14100"/>
          <ac:spMkLst>
            <pc:docMk/>
            <pc:sldMk cId="1344218217" sldId="258"/>
            <ac:spMk id="18" creationId="{B0882825-DFDC-C92A-F8A9-2D61F0B19C94}"/>
          </ac:spMkLst>
        </pc:spChg>
        <pc:spChg chg="add del mod">
          <ac:chgData name="Smitom Swapna Borah" userId="eca56dfd-726c-4b20-9075-53d726ac31a4" providerId="ADAL" clId="{26078CFE-FC2F-4248-885E-E279B4AE7AFD}" dt="2026-05-18T13:28:06.678" v="518" actId="12789"/>
          <ac:spMkLst>
            <pc:docMk/>
            <pc:sldMk cId="1344218217" sldId="258"/>
            <ac:spMk id="19" creationId="{49E7819D-66DE-56EA-1BC3-AEC85184E618}"/>
          </ac:spMkLst>
        </pc:spChg>
        <pc:spChg chg="mod">
          <ac:chgData name="Smitom Swapna Borah" userId="eca56dfd-726c-4b20-9075-53d726ac31a4" providerId="ADAL" clId="{26078CFE-FC2F-4248-885E-E279B4AE7AFD}" dt="2026-05-18T13:26:04.383" v="475" actId="14100"/>
          <ac:spMkLst>
            <pc:docMk/>
            <pc:sldMk cId="1344218217" sldId="258"/>
            <ac:spMk id="21" creationId="{8D96132E-DAA7-CDAA-6DD3-172B8AE6FBA9}"/>
          </ac:spMkLst>
        </pc:spChg>
        <pc:spChg chg="mod">
          <ac:chgData name="Smitom Swapna Borah" userId="eca56dfd-726c-4b20-9075-53d726ac31a4" providerId="ADAL" clId="{26078CFE-FC2F-4248-885E-E279B4AE7AFD}" dt="2026-05-18T13:18:20.972" v="242" actId="14100"/>
          <ac:spMkLst>
            <pc:docMk/>
            <pc:sldMk cId="1344218217" sldId="258"/>
            <ac:spMk id="32" creationId="{61237DBC-94F8-B3A6-3C90-E5FD4E67B7AD}"/>
          </ac:spMkLst>
        </pc:spChg>
        <pc:spChg chg="mod">
          <ac:chgData name="Smitom Swapna Borah" userId="eca56dfd-726c-4b20-9075-53d726ac31a4" providerId="ADAL" clId="{26078CFE-FC2F-4248-885E-E279B4AE7AFD}" dt="2026-05-18T13:18:49.429" v="244" actId="14100"/>
          <ac:spMkLst>
            <pc:docMk/>
            <pc:sldMk cId="1344218217" sldId="258"/>
            <ac:spMk id="34" creationId="{D28DE1FD-9C8A-9EB2-982D-CCBB956852C3}"/>
          </ac:spMkLst>
        </pc:spChg>
        <pc:spChg chg="mod">
          <ac:chgData name="Smitom Swapna Borah" userId="eca56dfd-726c-4b20-9075-53d726ac31a4" providerId="ADAL" clId="{26078CFE-FC2F-4248-885E-E279B4AE7AFD}" dt="2026-05-18T13:28:06.678" v="518" actId="12789"/>
          <ac:spMkLst>
            <pc:docMk/>
            <pc:sldMk cId="1344218217" sldId="258"/>
            <ac:spMk id="35" creationId="{F121C267-ADF1-2100-08BD-8ADE7E699566}"/>
          </ac:spMkLst>
        </pc:spChg>
        <pc:spChg chg="mod">
          <ac:chgData name="Smitom Swapna Borah" userId="eca56dfd-726c-4b20-9075-53d726ac31a4" providerId="ADAL" clId="{26078CFE-FC2F-4248-885E-E279B4AE7AFD}" dt="2026-05-18T13:26:12.863" v="476" actId="14100"/>
          <ac:spMkLst>
            <pc:docMk/>
            <pc:sldMk cId="1344218217" sldId="258"/>
            <ac:spMk id="37" creationId="{41363814-E662-AEAF-C58A-1481BA1D2A2C}"/>
          </ac:spMkLst>
        </pc:spChg>
        <pc:spChg chg="mod">
          <ac:chgData name="Smitom Swapna Borah" userId="eca56dfd-726c-4b20-9075-53d726ac31a4" providerId="ADAL" clId="{26078CFE-FC2F-4248-885E-E279B4AE7AFD}" dt="2026-05-18T13:19:03.626" v="245" actId="14100"/>
          <ac:spMkLst>
            <pc:docMk/>
            <pc:sldMk cId="1344218217" sldId="258"/>
            <ac:spMk id="41" creationId="{2C0383EF-B803-A9DC-4CDB-7DCCAD3959E9}"/>
          </ac:spMkLst>
        </pc:spChg>
        <pc:spChg chg="mod">
          <ac:chgData name="Smitom Swapna Borah" userId="eca56dfd-726c-4b20-9075-53d726ac31a4" providerId="ADAL" clId="{26078CFE-FC2F-4248-885E-E279B4AE7AFD}" dt="2026-05-18T13:28:06.678" v="518" actId="12789"/>
          <ac:spMkLst>
            <pc:docMk/>
            <pc:sldMk cId="1344218217" sldId="258"/>
            <ac:spMk id="42" creationId="{9551DAE7-6C55-1B55-BF29-2C32150340BC}"/>
          </ac:spMkLst>
        </pc:spChg>
        <pc:spChg chg="mod">
          <ac:chgData name="Smitom Swapna Borah" userId="eca56dfd-726c-4b20-9075-53d726ac31a4" providerId="ADAL" clId="{26078CFE-FC2F-4248-885E-E279B4AE7AFD}" dt="2026-05-18T13:15:57.659" v="146" actId="207"/>
          <ac:spMkLst>
            <pc:docMk/>
            <pc:sldMk cId="1344218217" sldId="258"/>
            <ac:spMk id="43" creationId="{25E681E3-D00A-A452-6114-5F893E48A816}"/>
          </ac:spMkLst>
        </pc:spChg>
        <pc:spChg chg="del mod">
          <ac:chgData name="Smitom Swapna Borah" userId="eca56dfd-726c-4b20-9075-53d726ac31a4" providerId="ADAL" clId="{26078CFE-FC2F-4248-885E-E279B4AE7AFD}" dt="2026-05-18T13:28:39.430" v="528" actId="478"/>
          <ac:spMkLst>
            <pc:docMk/>
            <pc:sldMk cId="1344218217" sldId="258"/>
            <ac:spMk id="54" creationId="{D8295ED7-B25D-2EF6-5B3C-B5FD15C19A2A}"/>
          </ac:spMkLst>
        </pc:spChg>
        <pc:spChg chg="add mod">
          <ac:chgData name="Smitom Swapna Borah" userId="eca56dfd-726c-4b20-9075-53d726ac31a4" providerId="ADAL" clId="{26078CFE-FC2F-4248-885E-E279B4AE7AFD}" dt="2026-05-18T13:27:58.975" v="515" actId="12789"/>
          <ac:spMkLst>
            <pc:docMk/>
            <pc:sldMk cId="1344218217" sldId="258"/>
            <ac:spMk id="56" creationId="{10BF1732-B384-73EC-CF63-537D679D17CB}"/>
          </ac:spMkLst>
        </pc:spChg>
        <pc:spChg chg="mod">
          <ac:chgData name="Smitom Swapna Borah" userId="eca56dfd-726c-4b20-9075-53d726ac31a4" providerId="ADAL" clId="{26078CFE-FC2F-4248-885E-E279B4AE7AFD}" dt="2026-05-18T19:20:03.772" v="542" actId="1038"/>
          <ac:spMkLst>
            <pc:docMk/>
            <pc:sldMk cId="1344218217" sldId="258"/>
            <ac:spMk id="57" creationId="{522093DE-305D-9A5A-FE47-7F28DB95899B}"/>
          </ac:spMkLst>
        </pc:spChg>
        <pc:spChg chg="mod">
          <ac:chgData name="Smitom Swapna Borah" userId="eca56dfd-726c-4b20-9075-53d726ac31a4" providerId="ADAL" clId="{26078CFE-FC2F-4248-885E-E279B4AE7AFD}" dt="2026-05-18T19:20:03.772" v="542" actId="1038"/>
          <ac:spMkLst>
            <pc:docMk/>
            <pc:sldMk cId="1344218217" sldId="258"/>
            <ac:spMk id="58" creationId="{B1633FCC-698E-F009-2EC5-5FE7CD2FE22D}"/>
          </ac:spMkLst>
        </pc:spChg>
        <pc:spChg chg="mod">
          <ac:chgData name="Smitom Swapna Borah" userId="eca56dfd-726c-4b20-9075-53d726ac31a4" providerId="ADAL" clId="{26078CFE-FC2F-4248-885E-E279B4AE7AFD}" dt="2026-05-18T19:20:03.772" v="542" actId="1038"/>
          <ac:spMkLst>
            <pc:docMk/>
            <pc:sldMk cId="1344218217" sldId="258"/>
            <ac:spMk id="59" creationId="{8C755762-A76D-5EA2-A55F-A15D0D912368}"/>
          </ac:spMkLst>
        </pc:spChg>
        <pc:spChg chg="add mod">
          <ac:chgData name="Smitom Swapna Borah" userId="eca56dfd-726c-4b20-9075-53d726ac31a4" providerId="ADAL" clId="{26078CFE-FC2F-4248-885E-E279B4AE7AFD}" dt="2026-05-18T13:27:58.975" v="515" actId="12789"/>
          <ac:spMkLst>
            <pc:docMk/>
            <pc:sldMk cId="1344218217" sldId="258"/>
            <ac:spMk id="60" creationId="{6B69CE78-FB12-9E59-F234-1A3F782BD446}"/>
          </ac:spMkLst>
        </pc:spChg>
        <pc:spChg chg="add mod">
          <ac:chgData name="Smitom Swapna Borah" userId="eca56dfd-726c-4b20-9075-53d726ac31a4" providerId="ADAL" clId="{26078CFE-FC2F-4248-885E-E279B4AE7AFD}" dt="2026-05-18T13:27:58.975" v="515" actId="12789"/>
          <ac:spMkLst>
            <pc:docMk/>
            <pc:sldMk cId="1344218217" sldId="258"/>
            <ac:spMk id="61" creationId="{17AA87D0-DE82-343B-644E-CE43AD225178}"/>
          </ac:spMkLst>
        </pc:spChg>
        <pc:spChg chg="add mod">
          <ac:chgData name="Smitom Swapna Borah" userId="eca56dfd-726c-4b20-9075-53d726ac31a4" providerId="ADAL" clId="{26078CFE-FC2F-4248-885E-E279B4AE7AFD}" dt="2026-05-18T13:27:58.975" v="515" actId="12789"/>
          <ac:spMkLst>
            <pc:docMk/>
            <pc:sldMk cId="1344218217" sldId="258"/>
            <ac:spMk id="62" creationId="{0DAE9DD7-C0CB-013C-5415-59C4722A0FC1}"/>
          </ac:spMkLst>
        </pc:spChg>
        <pc:spChg chg="mod">
          <ac:chgData name="Smitom Swapna Borah" userId="eca56dfd-726c-4b20-9075-53d726ac31a4" providerId="ADAL" clId="{26078CFE-FC2F-4248-885E-E279B4AE7AFD}" dt="2026-05-18T13:22:57.476" v="392" actId="1037"/>
          <ac:spMkLst>
            <pc:docMk/>
            <pc:sldMk cId="1344218217" sldId="258"/>
            <ac:spMk id="77" creationId="{6EC1AD42-0366-055A-7ACC-BF1DDFADF745}"/>
          </ac:spMkLst>
        </pc:spChg>
        <pc:spChg chg="mod">
          <ac:chgData name="Smitom Swapna Borah" userId="eca56dfd-726c-4b20-9075-53d726ac31a4" providerId="ADAL" clId="{26078CFE-FC2F-4248-885E-E279B4AE7AFD}" dt="2026-05-18T13:23:01.056" v="393" actId="1037"/>
          <ac:spMkLst>
            <pc:docMk/>
            <pc:sldMk cId="1344218217" sldId="258"/>
            <ac:spMk id="78" creationId="{02B77BC6-A84C-39FC-F5DB-D11839158A47}"/>
          </ac:spMkLst>
        </pc:spChg>
        <pc:spChg chg="add del mod">
          <ac:chgData name="Smitom Swapna Borah" userId="eca56dfd-726c-4b20-9075-53d726ac31a4" providerId="ADAL" clId="{26078CFE-FC2F-4248-885E-E279B4AE7AFD}" dt="2026-05-18T13:28:06.678" v="518" actId="12789"/>
          <ac:spMkLst>
            <pc:docMk/>
            <pc:sldMk cId="1344218217" sldId="258"/>
            <ac:spMk id="83" creationId="{E8FFCB21-FE76-C72D-3859-572F6FA02C17}"/>
          </ac:spMkLst>
        </pc:spChg>
        <pc:spChg chg="mod">
          <ac:chgData name="Smitom Swapna Borah" userId="eca56dfd-726c-4b20-9075-53d726ac31a4" providerId="ADAL" clId="{26078CFE-FC2F-4248-885E-E279B4AE7AFD}" dt="2026-05-18T13:25:55.063" v="473" actId="14100"/>
          <ac:spMkLst>
            <pc:docMk/>
            <pc:sldMk cId="1344218217" sldId="258"/>
            <ac:spMk id="114" creationId="{5E1C695B-07E5-6EB7-2C4C-A2AC6B1C7D1C}"/>
          </ac:spMkLst>
        </pc:spChg>
        <pc:spChg chg="mod">
          <ac:chgData name="Smitom Swapna Borah" userId="eca56dfd-726c-4b20-9075-53d726ac31a4" providerId="ADAL" clId="{26078CFE-FC2F-4248-885E-E279B4AE7AFD}" dt="2026-05-18T13:16:38.234" v="216" actId="1036"/>
          <ac:spMkLst>
            <pc:docMk/>
            <pc:sldMk cId="1344218217" sldId="258"/>
            <ac:spMk id="133" creationId="{29C6A44E-8E05-ADF3-0347-9F15FBC15580}"/>
          </ac:spMkLst>
        </pc:spChg>
        <pc:spChg chg="mod">
          <ac:chgData name="Smitom Swapna Borah" userId="eca56dfd-726c-4b20-9075-53d726ac31a4" providerId="ADAL" clId="{26078CFE-FC2F-4248-885E-E279B4AE7AFD}" dt="2026-05-18T13:16:38.234" v="216" actId="1036"/>
          <ac:spMkLst>
            <pc:docMk/>
            <pc:sldMk cId="1344218217" sldId="258"/>
            <ac:spMk id="143" creationId="{F1C8026D-49D2-E45B-F96F-9ECDDA4356E6}"/>
          </ac:spMkLst>
        </pc:spChg>
        <pc:spChg chg="mod">
          <ac:chgData name="Smitom Swapna Borah" userId="eca56dfd-726c-4b20-9075-53d726ac31a4" providerId="ADAL" clId="{26078CFE-FC2F-4248-885E-E279B4AE7AFD}" dt="2026-05-18T13:16:38.234" v="216" actId="1036"/>
          <ac:spMkLst>
            <pc:docMk/>
            <pc:sldMk cId="1344218217" sldId="258"/>
            <ac:spMk id="146" creationId="{1276EE0F-E038-94CA-5390-220C46FC35FE}"/>
          </ac:spMkLst>
        </pc:spChg>
        <pc:spChg chg="mod">
          <ac:chgData name="Smitom Swapna Borah" userId="eca56dfd-726c-4b20-9075-53d726ac31a4" providerId="ADAL" clId="{26078CFE-FC2F-4248-885E-E279B4AE7AFD}" dt="2026-05-18T13:16:38.234" v="216" actId="1036"/>
          <ac:spMkLst>
            <pc:docMk/>
            <pc:sldMk cId="1344218217" sldId="258"/>
            <ac:spMk id="155" creationId="{581AF8FA-AEFD-1FBA-D045-4583FC0391D6}"/>
          </ac:spMkLst>
        </pc:spChg>
        <pc:spChg chg="mod">
          <ac:chgData name="Smitom Swapna Borah" userId="eca56dfd-726c-4b20-9075-53d726ac31a4" providerId="ADAL" clId="{26078CFE-FC2F-4248-885E-E279B4AE7AFD}" dt="2026-05-18T13:33:54.524" v="530" actId="14100"/>
          <ac:spMkLst>
            <pc:docMk/>
            <pc:sldMk cId="1344218217" sldId="258"/>
            <ac:spMk id="171" creationId="{BFCD3203-419A-F092-20CB-6D053C49CE44}"/>
          </ac:spMkLst>
        </pc:spChg>
        <pc:grpChg chg="del">
          <ac:chgData name="Smitom Swapna Borah" userId="eca56dfd-726c-4b20-9075-53d726ac31a4" providerId="ADAL" clId="{26078CFE-FC2F-4248-885E-E279B4AE7AFD}" dt="2026-05-18T13:17:35.297" v="228" actId="478"/>
          <ac:grpSpMkLst>
            <pc:docMk/>
            <pc:sldMk cId="1344218217" sldId="258"/>
            <ac:grpSpMk id="11" creationId="{A43D7C89-2A8C-FB04-609F-3CCB0796EC35}"/>
          </ac:grpSpMkLst>
        </pc:grpChg>
        <pc:grpChg chg="mod">
          <ac:chgData name="Smitom Swapna Borah" userId="eca56dfd-726c-4b20-9075-53d726ac31a4" providerId="ADAL" clId="{26078CFE-FC2F-4248-885E-E279B4AE7AFD}" dt="2026-05-18T19:20:03.772" v="542" actId="1038"/>
          <ac:grpSpMkLst>
            <pc:docMk/>
            <pc:sldMk cId="1344218217" sldId="258"/>
            <ac:grpSpMk id="53" creationId="{D5807FB2-68B7-6160-8E3A-EF1DAFFE1654}"/>
          </ac:grpSpMkLst>
        </pc:grpChg>
        <pc:cxnChg chg="mod">
          <ac:chgData name="Smitom Swapna Borah" userId="eca56dfd-726c-4b20-9075-53d726ac31a4" providerId="ADAL" clId="{26078CFE-FC2F-4248-885E-E279B4AE7AFD}" dt="2026-05-18T13:28:56.203" v="529" actId="14100"/>
          <ac:cxnSpMkLst>
            <pc:docMk/>
            <pc:sldMk cId="1344218217" sldId="258"/>
            <ac:cxnSpMk id="6" creationId="{9842EA88-E611-B356-FC81-5DE216BEB991}"/>
          </ac:cxnSpMkLst>
        </pc:cxnChg>
        <pc:cxnChg chg="add mod">
          <ac:chgData name="Smitom Swapna Borah" userId="eca56dfd-726c-4b20-9075-53d726ac31a4" providerId="ADAL" clId="{26078CFE-FC2F-4248-885E-E279B4AE7AFD}" dt="2026-05-18T13:25:07.430" v="407" actId="14100"/>
          <ac:cxnSpMkLst>
            <pc:docMk/>
            <pc:sldMk cId="1344218217" sldId="258"/>
            <ac:cxnSpMk id="16" creationId="{3EFF3435-F412-F5BF-9E04-32B0A775A9DC}"/>
          </ac:cxnSpMkLst>
        </pc:cxnChg>
        <pc:cxnChg chg="add mod">
          <ac:chgData name="Smitom Swapna Borah" userId="eca56dfd-726c-4b20-9075-53d726ac31a4" providerId="ADAL" clId="{26078CFE-FC2F-4248-885E-E279B4AE7AFD}" dt="2026-05-18T13:25:17.897" v="446" actId="1038"/>
          <ac:cxnSpMkLst>
            <pc:docMk/>
            <pc:sldMk cId="1344218217" sldId="258"/>
            <ac:cxnSpMk id="31" creationId="{DB9BAE5A-F54B-7EA7-15E5-CD1597F35EC6}"/>
          </ac:cxnSpMkLst>
        </pc:cxnChg>
        <pc:cxnChg chg="add mod">
          <ac:chgData name="Smitom Swapna Borah" userId="eca56dfd-726c-4b20-9075-53d726ac31a4" providerId="ADAL" clId="{26078CFE-FC2F-4248-885E-E279B4AE7AFD}" dt="2026-05-18T13:25:30.717" v="470" actId="1038"/>
          <ac:cxnSpMkLst>
            <pc:docMk/>
            <pc:sldMk cId="1344218217" sldId="258"/>
            <ac:cxnSpMk id="50" creationId="{85D5DC30-9CCC-B5F8-8013-2E6870FCFA77}"/>
          </ac:cxnSpMkLst>
        </pc:cxnChg>
        <pc:cxnChg chg="add mod">
          <ac:chgData name="Smitom Swapna Borah" userId="eca56dfd-726c-4b20-9075-53d726ac31a4" providerId="ADAL" clId="{26078CFE-FC2F-4248-885E-E279B4AE7AFD}" dt="2026-05-18T13:25:38.055" v="472" actId="1076"/>
          <ac:cxnSpMkLst>
            <pc:docMk/>
            <pc:sldMk cId="1344218217" sldId="258"/>
            <ac:cxnSpMk id="51" creationId="{B9249F51-1DC1-886D-AA65-35F8DBD935F9}"/>
          </ac:cxnSpMkLst>
        </pc:cxnChg>
        <pc:cxnChg chg="mod">
          <ac:chgData name="Smitom Swapna Borah" userId="eca56dfd-726c-4b20-9075-53d726ac31a4" providerId="ADAL" clId="{26078CFE-FC2F-4248-885E-E279B4AE7AFD}" dt="2026-05-18T13:17:35.297" v="228" actId="478"/>
          <ac:cxnSpMkLst>
            <pc:docMk/>
            <pc:sldMk cId="1344218217" sldId="258"/>
            <ac:cxnSpMk id="138" creationId="{442DF178-D922-B407-C08D-D776D1E2562C}"/>
          </ac:cxnSpMkLst>
        </pc:cxnChg>
      </pc:sldChg>
      <pc:sldChg chg="add del">
        <pc:chgData name="Smitom Swapna Borah" userId="eca56dfd-726c-4b20-9075-53d726ac31a4" providerId="ADAL" clId="{26078CFE-FC2F-4248-885E-E279B4AE7AFD}" dt="2026-05-18T13:15:33.706" v="125"/>
        <pc:sldMkLst>
          <pc:docMk/>
          <pc:sldMk cId="897345382" sldId="261"/>
        </pc:sldMkLst>
      </pc:sldChg>
      <pc:sldChg chg="add">
        <pc:chgData name="Smitom Swapna Borah" userId="eca56dfd-726c-4b20-9075-53d726ac31a4" providerId="ADAL" clId="{26078CFE-FC2F-4248-885E-E279B4AE7AFD}" dt="2026-05-18T13:15:48.668" v="145"/>
        <pc:sldMkLst>
          <pc:docMk/>
          <pc:sldMk cId="175798437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897890"/>
            <a:ext cx="5052060" cy="1910080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881630"/>
            <a:ext cx="4457700" cy="1324610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847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  <p15:guide id="2" pos="18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367791"/>
            <a:ext cx="5126355" cy="2282190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3671571"/>
            <a:ext cx="5126355" cy="1200150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460500"/>
            <a:ext cx="252603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460500"/>
            <a:ext cx="252603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4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92101"/>
            <a:ext cx="512635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344930"/>
            <a:ext cx="2514421" cy="659130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004060"/>
            <a:ext cx="251442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344930"/>
            <a:ext cx="2526804" cy="659130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004060"/>
            <a:ext cx="252680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6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1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7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65760"/>
            <a:ext cx="1916966" cy="128016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789941"/>
            <a:ext cx="3008948" cy="3898900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645920"/>
            <a:ext cx="1916966" cy="3049270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6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65760"/>
            <a:ext cx="1916966" cy="128016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789941"/>
            <a:ext cx="3008948" cy="3898900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645920"/>
            <a:ext cx="1916966" cy="3049270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4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1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92100"/>
            <a:ext cx="128158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92100"/>
            <a:ext cx="377047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83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92101"/>
            <a:ext cx="512635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460500"/>
            <a:ext cx="512635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5085081"/>
            <a:ext cx="133731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5085081"/>
            <a:ext cx="200596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5085081"/>
            <a:ext cx="133731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3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CBC8-80A4-F579-F266-BE6AF099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BFCD3203-419A-F092-20CB-6D053C49CE44}"/>
              </a:ext>
            </a:extLst>
          </p:cNvPr>
          <p:cNvSpPr/>
          <p:nvPr/>
        </p:nvSpPr>
        <p:spPr>
          <a:xfrm>
            <a:off x="0" y="1"/>
            <a:ext cx="5811520" cy="54864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9C6A44E-8E05-ADF3-0347-9F15FBC15580}"/>
              </a:ext>
            </a:extLst>
          </p:cNvPr>
          <p:cNvSpPr/>
          <p:nvPr/>
        </p:nvSpPr>
        <p:spPr>
          <a:xfrm>
            <a:off x="609160" y="2250436"/>
            <a:ext cx="4943292" cy="2474176"/>
          </a:xfrm>
          <a:prstGeom prst="rect">
            <a:avLst/>
          </a:prstGeom>
          <a:solidFill>
            <a:srgbClr val="F7F8F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B67EC9-DE0B-14D2-7D73-3FEDDD9AC6C7}"/>
              </a:ext>
            </a:extLst>
          </p:cNvPr>
          <p:cNvSpPr txBox="1"/>
          <p:nvPr/>
        </p:nvSpPr>
        <p:spPr>
          <a:xfrm rot="16200000">
            <a:off x="-613376" y="3486122"/>
            <a:ext cx="181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plan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807FB2-68B7-6160-8E3A-EF1DAFFE1654}"/>
              </a:ext>
            </a:extLst>
          </p:cNvPr>
          <p:cNvGrpSpPr>
            <a:grpSpLocks noChangeAspect="1"/>
          </p:cNvGrpSpPr>
          <p:nvPr/>
        </p:nvGrpSpPr>
        <p:grpSpPr>
          <a:xfrm>
            <a:off x="2098563" y="107970"/>
            <a:ext cx="2021216" cy="1760135"/>
            <a:chOff x="444510" y="1459564"/>
            <a:chExt cx="1387996" cy="126933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59330FB-DBFB-7144-FBDC-89DCC054AF58}"/>
                </a:ext>
              </a:extLst>
            </p:cNvPr>
            <p:cNvSpPr/>
            <p:nvPr/>
          </p:nvSpPr>
          <p:spPr>
            <a:xfrm>
              <a:off x="695594" y="1814495"/>
              <a:ext cx="442915" cy="494808"/>
            </a:xfrm>
            <a:custGeom>
              <a:avLst/>
              <a:gdLst>
                <a:gd name="csX0" fmla="*/ 206117 w 442915"/>
                <a:gd name="csY0" fmla="*/ 0 h 494808"/>
                <a:gd name="csX1" fmla="*/ 384080 w 442915"/>
                <a:gd name="csY1" fmla="*/ 35929 h 494808"/>
                <a:gd name="csX2" fmla="*/ 442915 w 442915"/>
                <a:gd name="csY2" fmla="*/ 67863 h 494808"/>
                <a:gd name="csX3" fmla="*/ 424087 w 442915"/>
                <a:gd name="csY3" fmla="*/ 78082 h 494808"/>
                <a:gd name="csX4" fmla="*/ 222512 w 442915"/>
                <a:gd name="csY4" fmla="*/ 457200 h 494808"/>
                <a:gd name="csX5" fmla="*/ 226303 w 442915"/>
                <a:gd name="csY5" fmla="*/ 494808 h 494808"/>
                <a:gd name="csX6" fmla="*/ 201575 w 442915"/>
                <a:gd name="csY6" fmla="*/ 481386 h 494808"/>
                <a:gd name="csX7" fmla="*/ 0 w 442915"/>
                <a:gd name="csY7" fmla="*/ 102268 h 494808"/>
                <a:gd name="csX8" fmla="*/ 5445 w 442915"/>
                <a:gd name="csY8" fmla="*/ 48255 h 494808"/>
                <a:gd name="csX9" fmla="*/ 28154 w 442915"/>
                <a:gd name="csY9" fmla="*/ 35929 h 494808"/>
                <a:gd name="csX10" fmla="*/ 206117 w 442915"/>
                <a:gd name="csY10" fmla="*/ 0 h 49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2915" h="494808">
                  <a:moveTo>
                    <a:pt x="206117" y="0"/>
                  </a:moveTo>
                  <a:cubicBezTo>
                    <a:pt x="269243" y="0"/>
                    <a:pt x="329381" y="12794"/>
                    <a:pt x="384080" y="35929"/>
                  </a:cubicBezTo>
                  <a:lnTo>
                    <a:pt x="442915" y="67863"/>
                  </a:lnTo>
                  <a:lnTo>
                    <a:pt x="424087" y="78082"/>
                  </a:lnTo>
                  <a:cubicBezTo>
                    <a:pt x="302471" y="160245"/>
                    <a:pt x="222512" y="299385"/>
                    <a:pt x="222512" y="457200"/>
                  </a:cubicBezTo>
                  <a:lnTo>
                    <a:pt x="226303" y="494808"/>
                  </a:lnTo>
                  <a:lnTo>
                    <a:pt x="201575" y="481386"/>
                  </a:lnTo>
                  <a:cubicBezTo>
                    <a:pt x="79959" y="399224"/>
                    <a:pt x="0" y="260084"/>
                    <a:pt x="0" y="102268"/>
                  </a:cubicBezTo>
                  <a:lnTo>
                    <a:pt x="5445" y="48255"/>
                  </a:lnTo>
                  <a:lnTo>
                    <a:pt x="28154" y="35929"/>
                  </a:lnTo>
                  <a:cubicBezTo>
                    <a:pt x="82853" y="12794"/>
                    <a:pt x="142991" y="0"/>
                    <a:pt x="206117" y="0"/>
                  </a:cubicBezTo>
                  <a:close/>
                </a:path>
              </a:pathLst>
            </a:custGeom>
            <a:solidFill>
              <a:srgbClr val="D6EEEE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CDA153F-2A59-6841-D5EB-29C95915EB72}"/>
                </a:ext>
              </a:extLst>
            </p:cNvPr>
            <p:cNvSpPr/>
            <p:nvPr/>
          </p:nvSpPr>
          <p:spPr>
            <a:xfrm>
              <a:off x="1138509" y="1814496"/>
              <a:ext cx="471485" cy="511213"/>
            </a:xfrm>
            <a:custGeom>
              <a:avLst/>
              <a:gdLst>
                <a:gd name="csX0" fmla="*/ 236797 w 471485"/>
                <a:gd name="csY0" fmla="*/ 0 h 511213"/>
                <a:gd name="csX1" fmla="*/ 414760 w 471485"/>
                <a:gd name="csY1" fmla="*/ 35929 h 511213"/>
                <a:gd name="csX2" fmla="*/ 467694 w 471485"/>
                <a:gd name="csY2" fmla="*/ 64660 h 511213"/>
                <a:gd name="csX3" fmla="*/ 471485 w 471485"/>
                <a:gd name="csY3" fmla="*/ 102268 h 511213"/>
                <a:gd name="csX4" fmla="*/ 269910 w 471485"/>
                <a:gd name="csY4" fmla="*/ 481386 h 511213"/>
                <a:gd name="csX5" fmla="*/ 214957 w 471485"/>
                <a:gd name="csY5" fmla="*/ 511213 h 511213"/>
                <a:gd name="csX6" fmla="*/ 220402 w 471485"/>
                <a:gd name="csY6" fmla="*/ 457200 h 511213"/>
                <a:gd name="csX7" fmla="*/ 18827 w 471485"/>
                <a:gd name="csY7" fmla="*/ 78082 h 511213"/>
                <a:gd name="csX8" fmla="*/ 0 w 471485"/>
                <a:gd name="csY8" fmla="*/ 67863 h 511213"/>
                <a:gd name="csX9" fmla="*/ 58834 w 471485"/>
                <a:gd name="csY9" fmla="*/ 35929 h 511213"/>
                <a:gd name="csX10" fmla="*/ 236797 w 471485"/>
                <a:gd name="csY10" fmla="*/ 0 h 5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1485" h="511213">
                  <a:moveTo>
                    <a:pt x="236797" y="0"/>
                  </a:moveTo>
                  <a:cubicBezTo>
                    <a:pt x="299923" y="0"/>
                    <a:pt x="360061" y="12794"/>
                    <a:pt x="414760" y="35929"/>
                  </a:cubicBezTo>
                  <a:lnTo>
                    <a:pt x="467694" y="64660"/>
                  </a:lnTo>
                  <a:lnTo>
                    <a:pt x="471485" y="102268"/>
                  </a:lnTo>
                  <a:cubicBezTo>
                    <a:pt x="471485" y="260084"/>
                    <a:pt x="391526" y="399224"/>
                    <a:pt x="269910" y="481386"/>
                  </a:cubicBezTo>
                  <a:lnTo>
                    <a:pt x="214957" y="511213"/>
                  </a:lnTo>
                  <a:lnTo>
                    <a:pt x="220402" y="457200"/>
                  </a:lnTo>
                  <a:cubicBezTo>
                    <a:pt x="220402" y="299385"/>
                    <a:pt x="140443" y="160245"/>
                    <a:pt x="18827" y="78082"/>
                  </a:cubicBezTo>
                  <a:lnTo>
                    <a:pt x="0" y="67863"/>
                  </a:lnTo>
                  <a:lnTo>
                    <a:pt x="58834" y="35929"/>
                  </a:lnTo>
                  <a:cubicBezTo>
                    <a:pt x="113533" y="12794"/>
                    <a:pt x="173671" y="0"/>
                    <a:pt x="236797" y="0"/>
                  </a:cubicBezTo>
                  <a:close/>
                </a:path>
              </a:pathLst>
            </a:custGeom>
            <a:solidFill>
              <a:srgbClr val="E0E2BA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57D0B2-568C-D229-929C-0E0C4F655423}"/>
                </a:ext>
              </a:extLst>
            </p:cNvPr>
            <p:cNvSpPr/>
            <p:nvPr/>
          </p:nvSpPr>
          <p:spPr>
            <a:xfrm>
              <a:off x="921897" y="2309304"/>
              <a:ext cx="431569" cy="351729"/>
            </a:xfrm>
            <a:custGeom>
              <a:avLst/>
              <a:gdLst>
                <a:gd name="csX0" fmla="*/ 0 w 431569"/>
                <a:gd name="csY0" fmla="*/ 0 h 351729"/>
                <a:gd name="csX1" fmla="*/ 52934 w 431569"/>
                <a:gd name="csY1" fmla="*/ 28731 h 351729"/>
                <a:gd name="csX2" fmla="*/ 230897 w 431569"/>
                <a:gd name="csY2" fmla="*/ 64660 h 351729"/>
                <a:gd name="csX3" fmla="*/ 408860 w 431569"/>
                <a:gd name="csY3" fmla="*/ 28731 h 351729"/>
                <a:gd name="csX4" fmla="*/ 431569 w 431569"/>
                <a:gd name="csY4" fmla="*/ 16405 h 351729"/>
                <a:gd name="csX5" fmla="*/ 427725 w 431569"/>
                <a:gd name="csY5" fmla="*/ 54534 h 351729"/>
                <a:gd name="csX6" fmla="*/ 235439 w 431569"/>
                <a:gd name="csY6" fmla="*/ 341510 h 351729"/>
                <a:gd name="csX7" fmla="*/ 216612 w 431569"/>
                <a:gd name="csY7" fmla="*/ 351729 h 351729"/>
                <a:gd name="csX8" fmla="*/ 197784 w 431569"/>
                <a:gd name="csY8" fmla="*/ 341510 h 351729"/>
                <a:gd name="csX9" fmla="*/ 5498 w 431569"/>
                <a:gd name="csY9" fmla="*/ 54534 h 351729"/>
                <a:gd name="csX10" fmla="*/ 0 w 431569"/>
                <a:gd name="csY10" fmla="*/ 0 h 351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31569" h="351729">
                  <a:moveTo>
                    <a:pt x="0" y="0"/>
                  </a:moveTo>
                  <a:lnTo>
                    <a:pt x="52934" y="28731"/>
                  </a:lnTo>
                  <a:cubicBezTo>
                    <a:pt x="107633" y="51867"/>
                    <a:pt x="167771" y="64660"/>
                    <a:pt x="230897" y="64660"/>
                  </a:cubicBezTo>
                  <a:cubicBezTo>
                    <a:pt x="294023" y="64660"/>
                    <a:pt x="354161" y="51867"/>
                    <a:pt x="408860" y="28731"/>
                  </a:cubicBezTo>
                  <a:lnTo>
                    <a:pt x="431569" y="16405"/>
                  </a:lnTo>
                  <a:lnTo>
                    <a:pt x="427725" y="54534"/>
                  </a:lnTo>
                  <a:cubicBezTo>
                    <a:pt x="403364" y="173585"/>
                    <a:pt x="332732" y="275780"/>
                    <a:pt x="235439" y="341510"/>
                  </a:cubicBezTo>
                  <a:lnTo>
                    <a:pt x="216612" y="351729"/>
                  </a:lnTo>
                  <a:lnTo>
                    <a:pt x="197784" y="341510"/>
                  </a:lnTo>
                  <a:cubicBezTo>
                    <a:pt x="100491" y="275780"/>
                    <a:pt x="29859" y="173585"/>
                    <a:pt x="5498" y="5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DB7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2425193-4D76-B1DF-AF9A-6D990FD41413}"/>
                </a:ext>
              </a:extLst>
            </p:cNvPr>
            <p:cNvSpPr/>
            <p:nvPr/>
          </p:nvSpPr>
          <p:spPr>
            <a:xfrm>
              <a:off x="701038" y="1459564"/>
              <a:ext cx="905164" cy="422795"/>
            </a:xfrm>
            <a:custGeom>
              <a:avLst/>
              <a:gdLst>
                <a:gd name="csX0" fmla="*/ 451755 w 905164"/>
                <a:gd name="csY0" fmla="*/ 0 h 422795"/>
                <a:gd name="csX1" fmla="*/ 899666 w 905164"/>
                <a:gd name="csY1" fmla="*/ 365058 h 422795"/>
                <a:gd name="csX2" fmla="*/ 905164 w 905164"/>
                <a:gd name="csY2" fmla="*/ 419592 h 422795"/>
                <a:gd name="csX3" fmla="*/ 852230 w 905164"/>
                <a:gd name="csY3" fmla="*/ 390861 h 422795"/>
                <a:gd name="csX4" fmla="*/ 674267 w 905164"/>
                <a:gd name="csY4" fmla="*/ 354932 h 422795"/>
                <a:gd name="csX5" fmla="*/ 496304 w 905164"/>
                <a:gd name="csY5" fmla="*/ 390861 h 422795"/>
                <a:gd name="csX6" fmla="*/ 437470 w 905164"/>
                <a:gd name="csY6" fmla="*/ 422795 h 422795"/>
                <a:gd name="csX7" fmla="*/ 378635 w 905164"/>
                <a:gd name="csY7" fmla="*/ 390861 h 422795"/>
                <a:gd name="csX8" fmla="*/ 200672 w 905164"/>
                <a:gd name="csY8" fmla="*/ 354932 h 422795"/>
                <a:gd name="csX9" fmla="*/ 22709 w 905164"/>
                <a:gd name="csY9" fmla="*/ 390861 h 422795"/>
                <a:gd name="csX10" fmla="*/ 0 w 905164"/>
                <a:gd name="csY10" fmla="*/ 403187 h 422795"/>
                <a:gd name="csX11" fmla="*/ 3844 w 905164"/>
                <a:gd name="csY11" fmla="*/ 365058 h 422795"/>
                <a:gd name="csX12" fmla="*/ 451755 w 905164"/>
                <a:gd name="csY12" fmla="*/ 0 h 42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05164" h="422795">
                  <a:moveTo>
                    <a:pt x="451755" y="0"/>
                  </a:moveTo>
                  <a:cubicBezTo>
                    <a:pt x="672697" y="0"/>
                    <a:pt x="857034" y="156720"/>
                    <a:pt x="899666" y="365058"/>
                  </a:cubicBezTo>
                  <a:lnTo>
                    <a:pt x="905164" y="419592"/>
                  </a:lnTo>
                  <a:lnTo>
                    <a:pt x="852230" y="390861"/>
                  </a:lnTo>
                  <a:cubicBezTo>
                    <a:pt x="797531" y="367726"/>
                    <a:pt x="737393" y="354932"/>
                    <a:pt x="674267" y="354932"/>
                  </a:cubicBezTo>
                  <a:cubicBezTo>
                    <a:pt x="611141" y="354932"/>
                    <a:pt x="551003" y="367726"/>
                    <a:pt x="496304" y="390861"/>
                  </a:cubicBezTo>
                  <a:lnTo>
                    <a:pt x="437470" y="422795"/>
                  </a:lnTo>
                  <a:lnTo>
                    <a:pt x="378635" y="390861"/>
                  </a:lnTo>
                  <a:cubicBezTo>
                    <a:pt x="323936" y="367726"/>
                    <a:pt x="263798" y="354932"/>
                    <a:pt x="200672" y="354932"/>
                  </a:cubicBezTo>
                  <a:cubicBezTo>
                    <a:pt x="137546" y="354932"/>
                    <a:pt x="77408" y="367726"/>
                    <a:pt x="22709" y="390861"/>
                  </a:cubicBezTo>
                  <a:lnTo>
                    <a:pt x="0" y="403187"/>
                  </a:lnTo>
                  <a:lnTo>
                    <a:pt x="3844" y="365058"/>
                  </a:lnTo>
                  <a:cubicBezTo>
                    <a:pt x="46476" y="156720"/>
                    <a:pt x="230813" y="0"/>
                    <a:pt x="45175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97629F2-8D1E-7BBB-702B-1EACAFF7B58D}"/>
                </a:ext>
              </a:extLst>
            </p:cNvPr>
            <p:cNvSpPr/>
            <p:nvPr/>
          </p:nvSpPr>
          <p:spPr>
            <a:xfrm>
              <a:off x="444510" y="1862751"/>
              <a:ext cx="693998" cy="866145"/>
            </a:xfrm>
            <a:custGeom>
              <a:avLst/>
              <a:gdLst>
                <a:gd name="csX0" fmla="*/ 256528 w 693998"/>
                <a:gd name="csY0" fmla="*/ 0 h 866145"/>
                <a:gd name="csX1" fmla="*/ 251083 w 693998"/>
                <a:gd name="csY1" fmla="*/ 54013 h 866145"/>
                <a:gd name="csX2" fmla="*/ 452658 w 693998"/>
                <a:gd name="csY2" fmla="*/ 433131 h 866145"/>
                <a:gd name="csX3" fmla="*/ 477386 w 693998"/>
                <a:gd name="csY3" fmla="*/ 446553 h 866145"/>
                <a:gd name="csX4" fmla="*/ 482884 w 693998"/>
                <a:gd name="csY4" fmla="*/ 501087 h 866145"/>
                <a:gd name="csX5" fmla="*/ 675170 w 693998"/>
                <a:gd name="csY5" fmla="*/ 788063 h 866145"/>
                <a:gd name="csX6" fmla="*/ 693998 w 693998"/>
                <a:gd name="csY6" fmla="*/ 798282 h 866145"/>
                <a:gd name="csX7" fmla="*/ 635163 w 693998"/>
                <a:gd name="csY7" fmla="*/ 830216 h 866145"/>
                <a:gd name="csX8" fmla="*/ 457200 w 693998"/>
                <a:gd name="csY8" fmla="*/ 866145 h 866145"/>
                <a:gd name="csX9" fmla="*/ 0 w 693998"/>
                <a:gd name="csY9" fmla="*/ 408945 h 866145"/>
                <a:gd name="csX10" fmla="*/ 201575 w 693998"/>
                <a:gd name="csY10" fmla="*/ 29827 h 866145"/>
                <a:gd name="csX11" fmla="*/ 256528 w 693998"/>
                <a:gd name="csY11" fmla="*/ 0 h 866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8" h="866145">
                  <a:moveTo>
                    <a:pt x="256528" y="0"/>
                  </a:moveTo>
                  <a:lnTo>
                    <a:pt x="251083" y="54013"/>
                  </a:lnTo>
                  <a:cubicBezTo>
                    <a:pt x="251083" y="211829"/>
                    <a:pt x="331042" y="350969"/>
                    <a:pt x="452658" y="433131"/>
                  </a:cubicBezTo>
                  <a:lnTo>
                    <a:pt x="477386" y="446553"/>
                  </a:lnTo>
                  <a:lnTo>
                    <a:pt x="482884" y="501087"/>
                  </a:lnTo>
                  <a:cubicBezTo>
                    <a:pt x="507245" y="620138"/>
                    <a:pt x="577877" y="722333"/>
                    <a:pt x="675170" y="788063"/>
                  </a:cubicBezTo>
                  <a:lnTo>
                    <a:pt x="693998" y="798282"/>
                  </a:lnTo>
                  <a:lnTo>
                    <a:pt x="635163" y="830216"/>
                  </a:lnTo>
                  <a:cubicBezTo>
                    <a:pt x="580464" y="853352"/>
                    <a:pt x="520326" y="866145"/>
                    <a:pt x="457200" y="866145"/>
                  </a:cubicBezTo>
                  <a:cubicBezTo>
                    <a:pt x="204695" y="866145"/>
                    <a:pt x="0" y="661450"/>
                    <a:pt x="0" y="408945"/>
                  </a:cubicBezTo>
                  <a:cubicBezTo>
                    <a:pt x="0" y="251130"/>
                    <a:pt x="79959" y="111990"/>
                    <a:pt x="201575" y="29827"/>
                  </a:cubicBezTo>
                  <a:lnTo>
                    <a:pt x="256528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C40A8C2-D47B-8339-78FF-1EB45B0DFF5A}"/>
                </a:ext>
              </a:extLst>
            </p:cNvPr>
            <p:cNvSpPr/>
            <p:nvPr/>
          </p:nvSpPr>
          <p:spPr>
            <a:xfrm>
              <a:off x="1138509" y="1879155"/>
              <a:ext cx="693997" cy="849740"/>
            </a:xfrm>
            <a:custGeom>
              <a:avLst/>
              <a:gdLst>
                <a:gd name="csX0" fmla="*/ 467694 w 693997"/>
                <a:gd name="csY0" fmla="*/ 0 h 849740"/>
                <a:gd name="csX1" fmla="*/ 492422 w 693997"/>
                <a:gd name="csY1" fmla="*/ 13422 h 849740"/>
                <a:gd name="csX2" fmla="*/ 693997 w 693997"/>
                <a:gd name="csY2" fmla="*/ 392540 h 849740"/>
                <a:gd name="csX3" fmla="*/ 236797 w 693997"/>
                <a:gd name="csY3" fmla="*/ 849740 h 849740"/>
                <a:gd name="csX4" fmla="*/ 58834 w 693997"/>
                <a:gd name="csY4" fmla="*/ 813811 h 849740"/>
                <a:gd name="csX5" fmla="*/ 0 w 693997"/>
                <a:gd name="csY5" fmla="*/ 781877 h 849740"/>
                <a:gd name="csX6" fmla="*/ 18827 w 693997"/>
                <a:gd name="csY6" fmla="*/ 771658 h 849740"/>
                <a:gd name="csX7" fmla="*/ 211113 w 693997"/>
                <a:gd name="csY7" fmla="*/ 484682 h 849740"/>
                <a:gd name="csX8" fmla="*/ 214957 w 693997"/>
                <a:gd name="csY8" fmla="*/ 446553 h 849740"/>
                <a:gd name="csX9" fmla="*/ 269910 w 693997"/>
                <a:gd name="csY9" fmla="*/ 416726 h 849740"/>
                <a:gd name="csX10" fmla="*/ 471485 w 693997"/>
                <a:gd name="csY10" fmla="*/ 37608 h 849740"/>
                <a:gd name="csX11" fmla="*/ 467694 w 693997"/>
                <a:gd name="csY11" fmla="*/ 0 h 849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7" h="849740">
                  <a:moveTo>
                    <a:pt x="467694" y="0"/>
                  </a:moveTo>
                  <a:lnTo>
                    <a:pt x="492422" y="13422"/>
                  </a:lnTo>
                  <a:cubicBezTo>
                    <a:pt x="614038" y="95585"/>
                    <a:pt x="693997" y="234725"/>
                    <a:pt x="693997" y="392540"/>
                  </a:cubicBezTo>
                  <a:cubicBezTo>
                    <a:pt x="693997" y="645045"/>
                    <a:pt x="489302" y="849740"/>
                    <a:pt x="236797" y="849740"/>
                  </a:cubicBezTo>
                  <a:cubicBezTo>
                    <a:pt x="173671" y="849740"/>
                    <a:pt x="113533" y="836947"/>
                    <a:pt x="58834" y="813811"/>
                  </a:cubicBezTo>
                  <a:lnTo>
                    <a:pt x="0" y="781877"/>
                  </a:lnTo>
                  <a:lnTo>
                    <a:pt x="18827" y="771658"/>
                  </a:lnTo>
                  <a:cubicBezTo>
                    <a:pt x="116120" y="705928"/>
                    <a:pt x="186752" y="603733"/>
                    <a:pt x="211113" y="484682"/>
                  </a:cubicBezTo>
                  <a:lnTo>
                    <a:pt x="214957" y="446553"/>
                  </a:lnTo>
                  <a:lnTo>
                    <a:pt x="269910" y="416726"/>
                  </a:lnTo>
                  <a:cubicBezTo>
                    <a:pt x="391526" y="334564"/>
                    <a:pt x="471485" y="195424"/>
                    <a:pt x="471485" y="37608"/>
                  </a:cubicBezTo>
                  <a:lnTo>
                    <a:pt x="467694" y="0"/>
                  </a:lnTo>
                  <a:close/>
                </a:path>
              </a:pathLst>
            </a:custGeom>
            <a:solidFill>
              <a:srgbClr val="FFC00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5E681E3-D00A-A452-6114-5F893E48A816}"/>
                </a:ext>
              </a:extLst>
            </p:cNvPr>
            <p:cNvSpPr/>
            <p:nvPr/>
          </p:nvSpPr>
          <p:spPr>
            <a:xfrm>
              <a:off x="918106" y="1882359"/>
              <a:ext cx="440805" cy="491605"/>
            </a:xfrm>
            <a:custGeom>
              <a:avLst/>
              <a:gdLst>
                <a:gd name="csX0" fmla="*/ 220403 w 440805"/>
                <a:gd name="csY0" fmla="*/ 0 h 491605"/>
                <a:gd name="csX1" fmla="*/ 239230 w 440805"/>
                <a:gd name="csY1" fmla="*/ 10219 h 491605"/>
                <a:gd name="csX2" fmla="*/ 440805 w 440805"/>
                <a:gd name="csY2" fmla="*/ 389337 h 491605"/>
                <a:gd name="csX3" fmla="*/ 435360 w 440805"/>
                <a:gd name="csY3" fmla="*/ 443350 h 491605"/>
                <a:gd name="csX4" fmla="*/ 412651 w 440805"/>
                <a:gd name="csY4" fmla="*/ 455676 h 491605"/>
                <a:gd name="csX5" fmla="*/ 234688 w 440805"/>
                <a:gd name="csY5" fmla="*/ 491605 h 491605"/>
                <a:gd name="csX6" fmla="*/ 56725 w 440805"/>
                <a:gd name="csY6" fmla="*/ 455676 h 491605"/>
                <a:gd name="csX7" fmla="*/ 3791 w 440805"/>
                <a:gd name="csY7" fmla="*/ 426945 h 491605"/>
                <a:gd name="csX8" fmla="*/ 0 w 440805"/>
                <a:gd name="csY8" fmla="*/ 389337 h 491605"/>
                <a:gd name="csX9" fmla="*/ 201575 w 440805"/>
                <a:gd name="csY9" fmla="*/ 10219 h 491605"/>
                <a:gd name="csX10" fmla="*/ 220403 w 440805"/>
                <a:gd name="csY10" fmla="*/ 0 h 4916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805" h="491605">
                  <a:moveTo>
                    <a:pt x="220403" y="0"/>
                  </a:moveTo>
                  <a:lnTo>
                    <a:pt x="239230" y="10219"/>
                  </a:lnTo>
                  <a:cubicBezTo>
                    <a:pt x="360846" y="92382"/>
                    <a:pt x="440805" y="231522"/>
                    <a:pt x="440805" y="389337"/>
                  </a:cubicBezTo>
                  <a:lnTo>
                    <a:pt x="435360" y="443350"/>
                  </a:lnTo>
                  <a:lnTo>
                    <a:pt x="412651" y="455676"/>
                  </a:lnTo>
                  <a:cubicBezTo>
                    <a:pt x="357952" y="478812"/>
                    <a:pt x="297814" y="491605"/>
                    <a:pt x="234688" y="491605"/>
                  </a:cubicBezTo>
                  <a:cubicBezTo>
                    <a:pt x="171562" y="491605"/>
                    <a:pt x="111424" y="478812"/>
                    <a:pt x="56725" y="455676"/>
                  </a:cubicBezTo>
                  <a:lnTo>
                    <a:pt x="3791" y="426945"/>
                  </a:lnTo>
                  <a:lnTo>
                    <a:pt x="0" y="389337"/>
                  </a:lnTo>
                  <a:cubicBezTo>
                    <a:pt x="0" y="231522"/>
                    <a:pt x="79959" y="92382"/>
                    <a:pt x="201575" y="10219"/>
                  </a:cubicBezTo>
                  <a:lnTo>
                    <a:pt x="220403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522093DE-305D-9A5A-FE47-7F28DB95899B}"/>
              </a:ext>
            </a:extLst>
          </p:cNvPr>
          <p:cNvSpPr txBox="1"/>
          <p:nvPr/>
        </p:nvSpPr>
        <p:spPr>
          <a:xfrm>
            <a:off x="2432469" y="197592"/>
            <a:ext cx="14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management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633FCC-698E-F009-2EC5-5FE7CD2FE22D}"/>
              </a:ext>
            </a:extLst>
          </p:cNvPr>
          <p:cNvSpPr txBox="1"/>
          <p:nvPr/>
        </p:nvSpPr>
        <p:spPr>
          <a:xfrm>
            <a:off x="2146051" y="1181077"/>
            <a:ext cx="66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755762-A76D-5EA2-A55F-A15D0D912368}"/>
              </a:ext>
            </a:extLst>
          </p:cNvPr>
          <p:cNvSpPr txBox="1"/>
          <p:nvPr/>
        </p:nvSpPr>
        <p:spPr>
          <a:xfrm>
            <a:off x="3257164" y="1231473"/>
            <a:ext cx="1298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Climate-change adaptation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94F84B5-FAA9-08D5-5E81-CBD0C4D0292A}"/>
              </a:ext>
            </a:extLst>
          </p:cNvPr>
          <p:cNvGrpSpPr/>
          <p:nvPr/>
        </p:nvGrpSpPr>
        <p:grpSpPr>
          <a:xfrm>
            <a:off x="1053567" y="4036864"/>
            <a:ext cx="4114800" cy="246221"/>
            <a:chOff x="1246047" y="4008077"/>
            <a:chExt cx="4114800" cy="24622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2B77BC6-A84C-39FC-F5DB-D11839158A47}"/>
                </a:ext>
              </a:extLst>
            </p:cNvPr>
            <p:cNvSpPr/>
            <p:nvPr/>
          </p:nvSpPr>
          <p:spPr>
            <a:xfrm>
              <a:off x="1246047" y="4053803"/>
              <a:ext cx="4114800" cy="179132"/>
            </a:xfrm>
            <a:prstGeom prst="rect">
              <a:avLst/>
            </a:prstGeom>
            <a:solidFill>
              <a:srgbClr val="E4D8B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EC1AD42-0366-055A-7ACC-BF1DDFADF745}"/>
                </a:ext>
              </a:extLst>
            </p:cNvPr>
            <p:cNvSpPr txBox="1"/>
            <p:nvPr/>
          </p:nvSpPr>
          <p:spPr>
            <a:xfrm>
              <a:off x="1246047" y="4008077"/>
              <a:ext cx="40939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Methodological foundation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1276EE0F-E038-94CA-5390-220C46FC35FE}"/>
              </a:ext>
            </a:extLst>
          </p:cNvPr>
          <p:cNvSpPr txBox="1"/>
          <p:nvPr/>
        </p:nvSpPr>
        <p:spPr>
          <a:xfrm>
            <a:off x="598059" y="4884332"/>
            <a:ext cx="1463998" cy="400110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industrial collaboration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42EA88-E611-B356-FC81-5DE216BEB991}"/>
              </a:ext>
            </a:extLst>
          </p:cNvPr>
          <p:cNvCxnSpPr>
            <a:cxnSpLocks/>
          </p:cNvCxnSpPr>
          <p:nvPr/>
        </p:nvCxnSpPr>
        <p:spPr>
          <a:xfrm>
            <a:off x="154946" y="1964478"/>
            <a:ext cx="5531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0E8181-3D72-80EA-93A0-2EE74EC60C27}"/>
              </a:ext>
            </a:extLst>
          </p:cNvPr>
          <p:cNvGrpSpPr/>
          <p:nvPr/>
        </p:nvGrpSpPr>
        <p:grpSpPr>
          <a:xfrm>
            <a:off x="474766" y="2031739"/>
            <a:ext cx="5212080" cy="246221"/>
            <a:chOff x="679659" y="2002952"/>
            <a:chExt cx="5212080" cy="2462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43508A-C095-36D6-0C9E-FDF2BC60F59A}"/>
                </a:ext>
              </a:extLst>
            </p:cNvPr>
            <p:cNvSpPr/>
            <p:nvPr/>
          </p:nvSpPr>
          <p:spPr>
            <a:xfrm>
              <a:off x="679659" y="2048036"/>
              <a:ext cx="5212080" cy="179132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1A500C-632B-7A18-F5F3-A6DC1D422A51}"/>
                </a:ext>
              </a:extLst>
            </p:cNvPr>
            <p:cNvSpPr txBox="1"/>
            <p:nvPr/>
          </p:nvSpPr>
          <p:spPr>
            <a:xfrm>
              <a:off x="707586" y="2002952"/>
              <a:ext cx="51564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Over-arching research goal: Probabilistic cross-scale nutrient assessment and management</a:t>
              </a:r>
            </a:p>
          </p:txBody>
        </p:sp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C372870B-219D-5916-DFA2-3B870975F51B}"/>
              </a:ext>
            </a:extLst>
          </p:cNvPr>
          <p:cNvSpPr/>
          <p:nvPr/>
        </p:nvSpPr>
        <p:spPr>
          <a:xfrm>
            <a:off x="3044683" y="1349922"/>
            <a:ext cx="123649" cy="72367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C2136F-DE75-F015-8D7E-2A71AB3266AA}"/>
              </a:ext>
            </a:extLst>
          </p:cNvPr>
          <p:cNvGrpSpPr/>
          <p:nvPr/>
        </p:nvGrpSpPr>
        <p:grpSpPr>
          <a:xfrm>
            <a:off x="1024769" y="2273639"/>
            <a:ext cx="4112075" cy="1729394"/>
            <a:chOff x="1283910" y="2244852"/>
            <a:chExt cx="4112075" cy="172939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9E1F0B5-2858-F702-79DE-7CF58C66440A}"/>
                </a:ext>
              </a:extLst>
            </p:cNvPr>
            <p:cNvGrpSpPr/>
            <p:nvPr/>
          </p:nvGrpSpPr>
          <p:grpSpPr>
            <a:xfrm>
              <a:off x="1283910" y="2244852"/>
              <a:ext cx="939666" cy="1729394"/>
              <a:chOff x="1794728" y="1222269"/>
              <a:chExt cx="939666" cy="1729394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5E1C695B-07E5-6EB7-2C4C-A2AC6B1C7D1C}"/>
                  </a:ext>
                </a:extLst>
              </p:cNvPr>
              <p:cNvSpPr/>
              <p:nvPr/>
            </p:nvSpPr>
            <p:spPr>
              <a:xfrm>
                <a:off x="1869249" y="1252501"/>
                <a:ext cx="858545" cy="1699162"/>
              </a:xfrm>
              <a:prstGeom prst="rect">
                <a:avLst/>
              </a:prstGeom>
              <a:solidFill>
                <a:srgbClr val="E6F1F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92FEB91-6135-47E8-718A-2B8EF33DF366}"/>
                  </a:ext>
                </a:extLst>
              </p:cNvPr>
              <p:cNvSpPr txBox="1"/>
              <p:nvPr/>
            </p:nvSpPr>
            <p:spPr>
              <a:xfrm>
                <a:off x="1794728" y="1591952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Internal nutrient load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93513E-C83A-181C-0D9C-132C8912FF0F}"/>
                  </a:ext>
                </a:extLst>
              </p:cNvPr>
              <p:cNvSpPr txBox="1"/>
              <p:nvPr/>
            </p:nvSpPr>
            <p:spPr>
              <a:xfrm>
                <a:off x="1804175" y="1943807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Assess eutrophication under changing climate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069A11-6C37-08CC-F11E-3A1BA8F2E630}"/>
                  </a:ext>
                </a:extLst>
              </p:cNvPr>
              <p:cNvSpPr txBox="1"/>
              <p:nvPr/>
            </p:nvSpPr>
            <p:spPr>
              <a:xfrm>
                <a:off x="1794728" y="2552511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Co-develop adaptive strategies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237DBC-94F8-B3A6-3C90-E5FD4E67B7AD}"/>
                  </a:ext>
                </a:extLst>
              </p:cNvPr>
              <p:cNvSpPr/>
              <p:nvPr/>
            </p:nvSpPr>
            <p:spPr>
              <a:xfrm>
                <a:off x="1870069" y="1260422"/>
                <a:ext cx="858545" cy="310227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8FFCB21-FE76-C72D-3859-572F6FA02C17}"/>
                  </a:ext>
                </a:extLst>
              </p:cNvPr>
              <p:cNvSpPr txBox="1"/>
              <p:nvPr/>
            </p:nvSpPr>
            <p:spPr>
              <a:xfrm>
                <a:off x="1834217" y="1222269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Waterbodies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F6B13F9-3163-66A3-6AF1-6EDBB3D43771}"/>
                </a:ext>
              </a:extLst>
            </p:cNvPr>
            <p:cNvGrpSpPr/>
            <p:nvPr/>
          </p:nvGrpSpPr>
          <p:grpSpPr>
            <a:xfrm>
              <a:off x="2338900" y="2244852"/>
              <a:ext cx="943373" cy="1729394"/>
              <a:chOff x="1792862" y="1222269"/>
              <a:chExt cx="943373" cy="172939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DE15D74-0EF3-0BF1-E819-7AC19F198D96}"/>
                  </a:ext>
                </a:extLst>
              </p:cNvPr>
              <p:cNvSpPr/>
              <p:nvPr/>
            </p:nvSpPr>
            <p:spPr>
              <a:xfrm>
                <a:off x="1869249" y="1252501"/>
                <a:ext cx="858545" cy="1699162"/>
              </a:xfrm>
              <a:prstGeom prst="rect">
                <a:avLst/>
              </a:prstGeom>
              <a:solidFill>
                <a:srgbClr val="CFE3E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D549F7-D072-F2AA-D5DD-4995CEA34F16}"/>
                  </a:ext>
                </a:extLst>
              </p:cNvPr>
              <p:cNvSpPr txBox="1"/>
              <p:nvPr/>
            </p:nvSpPr>
            <p:spPr>
              <a:xfrm>
                <a:off x="1792862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Characterize C-N-P export across watersheds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70E683-2AAB-A49A-BE85-BA3EC957326C}"/>
                  </a:ext>
                </a:extLst>
              </p:cNvPr>
              <p:cNvSpPr txBox="1"/>
              <p:nvPr/>
            </p:nvSpPr>
            <p:spPr>
              <a:xfrm>
                <a:off x="1802309" y="2066918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Quantify legacy nutrients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EDFA2A-E28F-85A4-0308-9058C497550B}"/>
                  </a:ext>
                </a:extLst>
              </p:cNvPr>
              <p:cNvSpPr txBox="1"/>
              <p:nvPr/>
            </p:nvSpPr>
            <p:spPr>
              <a:xfrm>
                <a:off x="1794728" y="249095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intervention points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0882825-DFDC-C92A-F8A9-2D61F0B19C94}"/>
                  </a:ext>
                </a:extLst>
              </p:cNvPr>
              <p:cNvSpPr/>
              <p:nvPr/>
            </p:nvSpPr>
            <p:spPr>
              <a:xfrm>
                <a:off x="1870069" y="1259200"/>
                <a:ext cx="858545" cy="318273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E7819D-66DE-56EA-1BC3-AEC85184E618}"/>
                  </a:ext>
                </a:extLst>
              </p:cNvPr>
              <p:cNvSpPr txBox="1"/>
              <p:nvPr/>
            </p:nvSpPr>
            <p:spPr>
              <a:xfrm>
                <a:off x="1836058" y="1222269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Watersheds</a:t>
                </a:r>
                <a:endParaRPr lang="en-US" sz="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372EDFD-AAF1-E140-0831-2A48852F78F2}"/>
                </a:ext>
              </a:extLst>
            </p:cNvPr>
            <p:cNvGrpSpPr/>
            <p:nvPr/>
          </p:nvGrpSpPr>
          <p:grpSpPr>
            <a:xfrm>
              <a:off x="3393389" y="2244852"/>
              <a:ext cx="953525" cy="1729393"/>
              <a:chOff x="1790495" y="1222269"/>
              <a:chExt cx="953525" cy="1729393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96132E-DAA7-CDAA-6DD3-172B8AE6FBA9}"/>
                  </a:ext>
                </a:extLst>
              </p:cNvPr>
              <p:cNvSpPr/>
              <p:nvPr/>
            </p:nvSpPr>
            <p:spPr>
              <a:xfrm>
                <a:off x="1869249" y="1256407"/>
                <a:ext cx="858545" cy="1695255"/>
              </a:xfrm>
              <a:prstGeom prst="rect">
                <a:avLst/>
              </a:prstGeom>
              <a:solidFill>
                <a:srgbClr val="A9CCD8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AE1B23-0198-1A65-AB44-D4359C81F05C}"/>
                  </a:ext>
                </a:extLst>
              </p:cNvPr>
              <p:cNvSpPr txBox="1"/>
              <p:nvPr/>
            </p:nvSpPr>
            <p:spPr>
              <a:xfrm>
                <a:off x="1790495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state-wide nutrient budgets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FEAE18-1256-44C1-3B32-C717104C81A3}"/>
                  </a:ext>
                </a:extLst>
              </p:cNvPr>
              <p:cNvSpPr txBox="1"/>
              <p:nvPr/>
            </p:nvSpPr>
            <p:spPr>
              <a:xfrm>
                <a:off x="1790495" y="200536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diverse eutrophication models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7B8507-F45C-84A3-005A-9DF2D91F8A8B}"/>
                  </a:ext>
                </a:extLst>
              </p:cNvPr>
              <p:cNvSpPr txBox="1"/>
              <p:nvPr/>
            </p:nvSpPr>
            <p:spPr>
              <a:xfrm>
                <a:off x="1790495" y="249095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state-wide critical zones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28DE1FD-9C8A-9EB2-982D-CCBB956852C3}"/>
                  </a:ext>
                </a:extLst>
              </p:cNvPr>
              <p:cNvSpPr/>
              <p:nvPr/>
            </p:nvSpPr>
            <p:spPr>
              <a:xfrm>
                <a:off x="1870069" y="1264300"/>
                <a:ext cx="858545" cy="313173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21C267-ADF1-2100-08BD-8ADE7E699566}"/>
                  </a:ext>
                </a:extLst>
              </p:cNvPr>
              <p:cNvSpPr txBox="1"/>
              <p:nvPr/>
            </p:nvSpPr>
            <p:spPr>
              <a:xfrm>
                <a:off x="1843843" y="1222269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Regional</a:t>
                </a:r>
                <a:endParaRPr lang="en-US" sz="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E029B4B-705F-B4A7-C383-580FE85FAF6E}"/>
                </a:ext>
              </a:extLst>
            </p:cNvPr>
            <p:cNvGrpSpPr/>
            <p:nvPr/>
          </p:nvGrpSpPr>
          <p:grpSpPr>
            <a:xfrm>
              <a:off x="4446012" y="2244852"/>
              <a:ext cx="949973" cy="1727530"/>
              <a:chOff x="1786262" y="1224132"/>
              <a:chExt cx="949973" cy="172753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1363814-E662-AEAF-C58A-1481BA1D2A2C}"/>
                  </a:ext>
                </a:extLst>
              </p:cNvPr>
              <p:cNvSpPr/>
              <p:nvPr/>
            </p:nvSpPr>
            <p:spPr>
              <a:xfrm>
                <a:off x="1869249" y="1266163"/>
                <a:ext cx="858545" cy="1685499"/>
              </a:xfrm>
              <a:prstGeom prst="rect">
                <a:avLst/>
              </a:prstGeom>
              <a:solidFill>
                <a:srgbClr val="7DAFBE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0CFBC9-9B42-606B-0D40-16E2E4E7BA42}"/>
                  </a:ext>
                </a:extLst>
              </p:cNvPr>
              <p:cNvSpPr txBox="1"/>
              <p:nvPr/>
            </p:nvSpPr>
            <p:spPr>
              <a:xfrm>
                <a:off x="1786262" y="1593815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national nutrient budgets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DC4F4FA-E03A-AF18-346D-73F0204FBD21}"/>
                  </a:ext>
                </a:extLst>
              </p:cNvPr>
              <p:cNvSpPr txBox="1"/>
              <p:nvPr/>
            </p:nvSpPr>
            <p:spPr>
              <a:xfrm>
                <a:off x="1786262" y="1884020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ensemble eutrophication-related projections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F36A35-7941-3701-F754-160B84E40075}"/>
                  </a:ext>
                </a:extLst>
              </p:cNvPr>
              <p:cNvSpPr txBox="1"/>
              <p:nvPr/>
            </p:nvSpPr>
            <p:spPr>
              <a:xfrm>
                <a:off x="1786262" y="2431263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nation-wide management scenarios and policy pathways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C0383EF-B803-A9DC-4CDB-7DCCAD3959E9}"/>
                  </a:ext>
                </a:extLst>
              </p:cNvPr>
              <p:cNvSpPr/>
              <p:nvPr/>
            </p:nvSpPr>
            <p:spPr>
              <a:xfrm>
                <a:off x="1870069" y="1261064"/>
                <a:ext cx="858545" cy="316410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551DAE7-6C55-1B55-BF29-2C32150340BC}"/>
                  </a:ext>
                </a:extLst>
              </p:cNvPr>
              <p:cNvSpPr txBox="1"/>
              <p:nvPr/>
            </p:nvSpPr>
            <p:spPr>
              <a:xfrm>
                <a:off x="1836058" y="1224132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National</a:t>
                </a:r>
                <a:endParaRPr lang="en-US" sz="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0197023-8504-824B-0E53-6F401F04E6A3}"/>
              </a:ext>
            </a:extLst>
          </p:cNvPr>
          <p:cNvGrpSpPr/>
          <p:nvPr/>
        </p:nvGrpSpPr>
        <p:grpSpPr>
          <a:xfrm>
            <a:off x="1959168" y="3345406"/>
            <a:ext cx="2308847" cy="0"/>
            <a:chOff x="2153476" y="3316619"/>
            <a:chExt cx="2308847" cy="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C05C343-A417-C68C-2215-10572AB1C588}"/>
                </a:ext>
              </a:extLst>
            </p:cNvPr>
            <p:cNvCxnSpPr>
              <a:cxnSpLocks/>
            </p:cNvCxnSpPr>
            <p:nvPr/>
          </p:nvCxnSpPr>
          <p:spPr>
            <a:xfrm>
              <a:off x="2153476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F239994-6FBF-9002-00C5-F6D735113196}"/>
                </a:ext>
              </a:extLst>
            </p:cNvPr>
            <p:cNvCxnSpPr>
              <a:cxnSpLocks/>
            </p:cNvCxnSpPr>
            <p:nvPr/>
          </p:nvCxnSpPr>
          <p:spPr>
            <a:xfrm>
              <a:off x="3210610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9120E7E-50F3-FCC8-66A8-4FE41376E307}"/>
                </a:ext>
              </a:extLst>
            </p:cNvPr>
            <p:cNvCxnSpPr>
              <a:cxnSpLocks/>
            </p:cNvCxnSpPr>
            <p:nvPr/>
          </p:nvCxnSpPr>
          <p:spPr>
            <a:xfrm>
              <a:off x="4270299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B86CFE2-0381-340C-628C-A08F6713CD89}"/>
              </a:ext>
            </a:extLst>
          </p:cNvPr>
          <p:cNvGrpSpPr/>
          <p:nvPr/>
        </p:nvGrpSpPr>
        <p:grpSpPr>
          <a:xfrm>
            <a:off x="1054467" y="4255482"/>
            <a:ext cx="4119350" cy="410779"/>
            <a:chOff x="770824" y="2155739"/>
            <a:chExt cx="4119350" cy="41077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575459B-EF10-0379-5D5A-8F741B75820C}"/>
                </a:ext>
              </a:extLst>
            </p:cNvPr>
            <p:cNvSpPr/>
            <p:nvPr/>
          </p:nvSpPr>
          <p:spPr>
            <a:xfrm>
              <a:off x="770824" y="2165394"/>
              <a:ext cx="4114800" cy="363102"/>
            </a:xfrm>
            <a:prstGeom prst="rect">
              <a:avLst/>
            </a:prstGeom>
            <a:solidFill>
              <a:srgbClr val="DCE6F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Plus Sign 105">
              <a:extLst>
                <a:ext uri="{FF2B5EF4-FFF2-40B4-BE49-F238E27FC236}">
                  <a16:creationId xmlns:a16="http://schemas.microsoft.com/office/drawing/2014/main" id="{D977FE4C-E383-F3D8-0B71-097DA92FEF6E}"/>
                </a:ext>
              </a:extLst>
            </p:cNvPr>
            <p:cNvSpPr/>
            <p:nvPr/>
          </p:nvSpPr>
          <p:spPr>
            <a:xfrm>
              <a:off x="1640774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414C862-1851-F64B-FD64-28A1A7A3561D}"/>
                </a:ext>
              </a:extLst>
            </p:cNvPr>
            <p:cNvGrpSpPr/>
            <p:nvPr/>
          </p:nvGrpSpPr>
          <p:grpSpPr>
            <a:xfrm>
              <a:off x="770824" y="2166408"/>
              <a:ext cx="964745" cy="400110"/>
              <a:chOff x="770824" y="2166408"/>
              <a:chExt cx="964745" cy="400110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3BF3103-D7AB-9780-CFAE-C21EF5EC146D}"/>
                  </a:ext>
                </a:extLst>
              </p:cNvPr>
              <p:cNvSpPr txBox="1"/>
              <p:nvPr/>
            </p:nvSpPr>
            <p:spPr>
              <a:xfrm>
                <a:off x="893128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monitoring </a:t>
                </a:r>
              </a:p>
            </p:txBody>
          </p:sp>
          <p:pic>
            <p:nvPicPr>
              <p:cNvPr id="141" name="Graphic 140" descr="Flask outline">
                <a:extLst>
                  <a:ext uri="{FF2B5EF4-FFF2-40B4-BE49-F238E27FC236}">
                    <a16:creationId xmlns:a16="http://schemas.microsoft.com/office/drawing/2014/main" id="{DAF74802-1648-D805-C67A-C1A6B2E67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70824" y="2209252"/>
                <a:ext cx="293084" cy="293084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E10ED60-6773-9F28-86A1-06EF5D27D394}"/>
                </a:ext>
              </a:extLst>
            </p:cNvPr>
            <p:cNvGrpSpPr/>
            <p:nvPr/>
          </p:nvGrpSpPr>
          <p:grpSpPr>
            <a:xfrm>
              <a:off x="1741908" y="2165498"/>
              <a:ext cx="980131" cy="401020"/>
              <a:chOff x="1820486" y="2165498"/>
              <a:chExt cx="980131" cy="401020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1FB61467-2FB5-8981-F566-3EACB9C4DBC2}"/>
                  </a:ext>
                </a:extLst>
              </p:cNvPr>
              <p:cNvSpPr txBox="1"/>
              <p:nvPr/>
            </p:nvSpPr>
            <p:spPr>
              <a:xfrm>
                <a:off x="1958176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modeling</a:t>
                </a:r>
              </a:p>
            </p:txBody>
          </p:sp>
          <p:pic>
            <p:nvPicPr>
              <p:cNvPr id="139" name="Graphic 138" descr="Gears outline">
                <a:extLst>
                  <a:ext uri="{FF2B5EF4-FFF2-40B4-BE49-F238E27FC236}">
                    <a16:creationId xmlns:a16="http://schemas.microsoft.com/office/drawing/2014/main" id="{FC6C8D0F-DD41-5872-0DE3-77ED58C74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20486" y="2165498"/>
                <a:ext cx="380592" cy="380592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E4F1CD0-82C0-203F-6A36-0C4DE07000D6}"/>
                </a:ext>
              </a:extLst>
            </p:cNvPr>
            <p:cNvGrpSpPr/>
            <p:nvPr/>
          </p:nvGrpSpPr>
          <p:grpSpPr>
            <a:xfrm>
              <a:off x="2728378" y="2155739"/>
              <a:ext cx="986230" cy="400110"/>
              <a:chOff x="2903389" y="2165394"/>
              <a:chExt cx="986230" cy="400110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6E84DB4-C4ED-333B-7459-87AC9AF24397}"/>
                  </a:ext>
                </a:extLst>
              </p:cNvPr>
              <p:cNvSpPr txBox="1"/>
              <p:nvPr/>
            </p:nvSpPr>
            <p:spPr>
              <a:xfrm>
                <a:off x="3047178" y="2165394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Geospatial analysis</a:t>
                </a:r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D8D7B5F2-AD92-2F5B-BD50-92B338FF1178}"/>
                  </a:ext>
                </a:extLst>
              </p:cNvPr>
              <p:cNvGrpSpPr/>
              <p:nvPr/>
            </p:nvGrpSpPr>
            <p:grpSpPr>
              <a:xfrm>
                <a:off x="2903389" y="2230707"/>
                <a:ext cx="289380" cy="281284"/>
                <a:chOff x="2858932" y="2230707"/>
                <a:chExt cx="289380" cy="281284"/>
              </a:xfrm>
            </p:grpSpPr>
            <p:pic>
              <p:nvPicPr>
                <p:cNvPr id="129" name="Graphic 128" descr="Magnifying glass with solid fill">
                  <a:extLst>
                    <a:ext uri="{FF2B5EF4-FFF2-40B4-BE49-F238E27FC236}">
                      <a16:creationId xmlns:a16="http://schemas.microsoft.com/office/drawing/2014/main" id="{8B53FB57-9394-7285-1B7E-93FA2349CE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858932" y="2247634"/>
                  <a:ext cx="188246" cy="188246"/>
                </a:xfrm>
                <a:prstGeom prst="rect">
                  <a:avLst/>
                </a:prstGeom>
              </p:spPr>
            </p:pic>
            <p:pic>
              <p:nvPicPr>
                <p:cNvPr id="130" name="Graphic 129" descr="Treasure Map outline">
                  <a:extLst>
                    <a:ext uri="{FF2B5EF4-FFF2-40B4-BE49-F238E27FC236}">
                      <a16:creationId xmlns:a16="http://schemas.microsoft.com/office/drawing/2014/main" id="{A55C1B75-B954-E9D8-D45A-42CEFB8DE2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7028" y="2230707"/>
                  <a:ext cx="281284" cy="2812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3149EBD-29D2-B064-4F06-CD83744BC718}"/>
                </a:ext>
              </a:extLst>
            </p:cNvPr>
            <p:cNvGrpSpPr/>
            <p:nvPr/>
          </p:nvGrpSpPr>
          <p:grpSpPr>
            <a:xfrm>
              <a:off x="3720946" y="2165394"/>
              <a:ext cx="1169228" cy="400110"/>
              <a:chOff x="3720946" y="2165394"/>
              <a:chExt cx="1169228" cy="400110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5B24583-9F63-4B51-D35B-EB5FEEEF8EED}"/>
                  </a:ext>
                </a:extLst>
              </p:cNvPr>
              <p:cNvSpPr txBox="1"/>
              <p:nvPr/>
            </p:nvSpPr>
            <p:spPr>
              <a:xfrm>
                <a:off x="3921930" y="2165394"/>
                <a:ext cx="9682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 quantification</a:t>
                </a:r>
              </a:p>
            </p:txBody>
          </p:sp>
          <p:pic>
            <p:nvPicPr>
              <p:cNvPr id="115" name="Graphic 114" descr="Normal Distribution outline">
                <a:extLst>
                  <a:ext uri="{FF2B5EF4-FFF2-40B4-BE49-F238E27FC236}">
                    <a16:creationId xmlns:a16="http://schemas.microsoft.com/office/drawing/2014/main" id="{A4AFEC36-9C79-39F3-AFB0-C5A4F2075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20946" y="2175199"/>
                <a:ext cx="361190" cy="361190"/>
              </a:xfrm>
              <a:prstGeom prst="rect">
                <a:avLst/>
              </a:prstGeom>
            </p:spPr>
          </p:pic>
        </p:grpSp>
        <p:sp>
          <p:nvSpPr>
            <p:cNvPr id="111" name="Plus Sign 110">
              <a:extLst>
                <a:ext uri="{FF2B5EF4-FFF2-40B4-BE49-F238E27FC236}">
                  <a16:creationId xmlns:a16="http://schemas.microsoft.com/office/drawing/2014/main" id="{2F45AD94-3D0F-A454-44EC-4C51D6266799}"/>
                </a:ext>
              </a:extLst>
            </p:cNvPr>
            <p:cNvSpPr/>
            <p:nvPr/>
          </p:nvSpPr>
          <p:spPr>
            <a:xfrm>
              <a:off x="2567808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Plus Sign 111">
              <a:extLst>
                <a:ext uri="{FF2B5EF4-FFF2-40B4-BE49-F238E27FC236}">
                  <a16:creationId xmlns:a16="http://schemas.microsoft.com/office/drawing/2014/main" id="{885F59D2-1066-F24C-618F-4DBAEDC9F3B3}"/>
                </a:ext>
              </a:extLst>
            </p:cNvPr>
            <p:cNvSpPr/>
            <p:nvPr/>
          </p:nvSpPr>
          <p:spPr>
            <a:xfrm>
              <a:off x="3606855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F1C8026D-49D2-E45B-F96F-9ECDDA4356E6}"/>
              </a:ext>
            </a:extLst>
          </p:cNvPr>
          <p:cNvSpPr txBox="1"/>
          <p:nvPr/>
        </p:nvSpPr>
        <p:spPr>
          <a:xfrm>
            <a:off x="2320943" y="4884332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engagement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81AF8FA-AEFD-1FBA-D045-4583FC0391D6}"/>
              </a:ext>
            </a:extLst>
          </p:cNvPr>
          <p:cNvSpPr txBox="1"/>
          <p:nvPr/>
        </p:nvSpPr>
        <p:spPr>
          <a:xfrm>
            <a:off x="3970056" y="4896457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061ED98-FE80-1CC0-2C7A-83F814976F21}"/>
              </a:ext>
            </a:extLst>
          </p:cNvPr>
          <p:cNvCxnSpPr>
            <a:cxnSpLocks/>
          </p:cNvCxnSpPr>
          <p:nvPr/>
        </p:nvCxnSpPr>
        <p:spPr>
          <a:xfrm>
            <a:off x="771258" y="4667631"/>
            <a:ext cx="0" cy="25082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FF0CDFC-EE77-5D10-14B6-078975952494}"/>
              </a:ext>
            </a:extLst>
          </p:cNvPr>
          <p:cNvCxnSpPr>
            <a:cxnSpLocks/>
          </p:cNvCxnSpPr>
          <p:nvPr/>
        </p:nvCxnSpPr>
        <p:spPr>
          <a:xfrm flipH="1">
            <a:off x="2041419" y="5031369"/>
            <a:ext cx="3079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AF9E455-685A-6DD5-BF62-568E3DEDCE07}"/>
              </a:ext>
            </a:extLst>
          </p:cNvPr>
          <p:cNvCxnSpPr>
            <a:cxnSpLocks/>
          </p:cNvCxnSpPr>
          <p:nvPr/>
        </p:nvCxnSpPr>
        <p:spPr>
          <a:xfrm flipH="1">
            <a:off x="3746373" y="5031369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6AB9128-1AB7-5D4B-D509-11CD1E449DB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38624" y="479304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1952754-BFA6-6AF4-EB4F-69E8AA8EBAD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45330" y="479304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C4C364A-1554-5AA3-4209-E00E93092FA1}"/>
              </a:ext>
            </a:extLst>
          </p:cNvPr>
          <p:cNvSpPr txBox="1"/>
          <p:nvPr/>
        </p:nvSpPr>
        <p:spPr>
          <a:xfrm>
            <a:off x="2780478" y="767349"/>
            <a:ext cx="668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research Interests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FF3435-F412-F5BF-9E04-32B0A775A9DC}"/>
              </a:ext>
            </a:extLst>
          </p:cNvPr>
          <p:cNvCxnSpPr>
            <a:cxnSpLocks/>
          </p:cNvCxnSpPr>
          <p:nvPr/>
        </p:nvCxnSpPr>
        <p:spPr>
          <a:xfrm>
            <a:off x="1099290" y="2477357"/>
            <a:ext cx="85854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9BAE5A-F54B-7EA7-15E5-CD1597F35EC6}"/>
              </a:ext>
            </a:extLst>
          </p:cNvPr>
          <p:cNvCxnSpPr>
            <a:cxnSpLocks/>
          </p:cNvCxnSpPr>
          <p:nvPr/>
        </p:nvCxnSpPr>
        <p:spPr>
          <a:xfrm>
            <a:off x="2153083" y="2478215"/>
            <a:ext cx="85854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D5DC30-9CCC-B5F8-8013-2E6870FCFA77}"/>
              </a:ext>
            </a:extLst>
          </p:cNvPr>
          <p:cNvCxnSpPr>
            <a:cxnSpLocks/>
          </p:cNvCxnSpPr>
          <p:nvPr/>
        </p:nvCxnSpPr>
        <p:spPr>
          <a:xfrm>
            <a:off x="3214401" y="2477357"/>
            <a:ext cx="85854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249F51-1DC1-886D-AA65-35F8DBD935F9}"/>
              </a:ext>
            </a:extLst>
          </p:cNvPr>
          <p:cNvCxnSpPr>
            <a:cxnSpLocks/>
          </p:cNvCxnSpPr>
          <p:nvPr/>
        </p:nvCxnSpPr>
        <p:spPr>
          <a:xfrm>
            <a:off x="4268015" y="2477357"/>
            <a:ext cx="85854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0BF1732-B384-73EC-CF63-537D679D17CB}"/>
              </a:ext>
            </a:extLst>
          </p:cNvPr>
          <p:cNvSpPr txBox="1"/>
          <p:nvPr/>
        </p:nvSpPr>
        <p:spPr>
          <a:xfrm>
            <a:off x="1094386" y="2446416"/>
            <a:ext cx="9001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 0-2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69CE78-FB12-9E59-F234-1A3F782BD446}"/>
              </a:ext>
            </a:extLst>
          </p:cNvPr>
          <p:cNvSpPr txBox="1"/>
          <p:nvPr/>
        </p:nvSpPr>
        <p:spPr>
          <a:xfrm>
            <a:off x="2151192" y="2446416"/>
            <a:ext cx="9001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 0-5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AA87D0-DE82-343B-644E-CE43AD225178}"/>
              </a:ext>
            </a:extLst>
          </p:cNvPr>
          <p:cNvSpPr txBox="1"/>
          <p:nvPr/>
        </p:nvSpPr>
        <p:spPr>
          <a:xfrm>
            <a:off x="3212247" y="2446416"/>
            <a:ext cx="9001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 5-8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AE9DD7-C0CB-013C-5415-59C4722A0FC1}"/>
              </a:ext>
            </a:extLst>
          </p:cNvPr>
          <p:cNvSpPr txBox="1"/>
          <p:nvPr/>
        </p:nvSpPr>
        <p:spPr>
          <a:xfrm>
            <a:off x="4246844" y="2446416"/>
            <a:ext cx="9001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 8-10+</a:t>
            </a:r>
          </a:p>
        </p:txBody>
      </p:sp>
    </p:spTree>
    <p:extLst>
      <p:ext uri="{BB962C8B-B14F-4D97-AF65-F5344CB8AC3E}">
        <p14:creationId xmlns:p14="http://schemas.microsoft.com/office/powerpoint/2010/main" val="134421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470F-D3BB-FCF9-5D03-951FCF78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5D4A52F1-77A6-FFB1-9B20-5794F11DABA4}"/>
              </a:ext>
            </a:extLst>
          </p:cNvPr>
          <p:cNvSpPr/>
          <p:nvPr/>
        </p:nvSpPr>
        <p:spPr>
          <a:xfrm>
            <a:off x="0" y="76199"/>
            <a:ext cx="5811520" cy="5261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7D8C8E6-F85A-B091-997A-08B01C7B88D7}"/>
              </a:ext>
            </a:extLst>
          </p:cNvPr>
          <p:cNvSpPr/>
          <p:nvPr/>
        </p:nvSpPr>
        <p:spPr>
          <a:xfrm>
            <a:off x="609160" y="1945636"/>
            <a:ext cx="4943292" cy="2474176"/>
          </a:xfrm>
          <a:prstGeom prst="rect">
            <a:avLst/>
          </a:prstGeom>
          <a:solidFill>
            <a:srgbClr val="F7F8F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E07155-DC53-70FF-5983-9D15A5D5909E}"/>
              </a:ext>
            </a:extLst>
          </p:cNvPr>
          <p:cNvSpPr txBox="1"/>
          <p:nvPr/>
        </p:nvSpPr>
        <p:spPr>
          <a:xfrm rot="16200000">
            <a:off x="-439585" y="821372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09853A-1873-49E3-73EB-83C20D196899}"/>
              </a:ext>
            </a:extLst>
          </p:cNvPr>
          <p:cNvSpPr txBox="1"/>
          <p:nvPr/>
        </p:nvSpPr>
        <p:spPr>
          <a:xfrm rot="16200000">
            <a:off x="-613376" y="3181322"/>
            <a:ext cx="181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plan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50ECD7-9427-FFF1-0C33-88A4C9C09F5A}"/>
              </a:ext>
            </a:extLst>
          </p:cNvPr>
          <p:cNvGrpSpPr>
            <a:grpSpLocks noChangeAspect="1"/>
          </p:cNvGrpSpPr>
          <p:nvPr/>
        </p:nvGrpSpPr>
        <p:grpSpPr>
          <a:xfrm>
            <a:off x="2345783" y="335380"/>
            <a:ext cx="1470046" cy="1280160"/>
            <a:chOff x="444510" y="1459564"/>
            <a:chExt cx="1387996" cy="126933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0A5059C-8569-E2B8-287C-30C65264D07A}"/>
                </a:ext>
              </a:extLst>
            </p:cNvPr>
            <p:cNvSpPr/>
            <p:nvPr/>
          </p:nvSpPr>
          <p:spPr>
            <a:xfrm>
              <a:off x="695594" y="1814495"/>
              <a:ext cx="442915" cy="494808"/>
            </a:xfrm>
            <a:custGeom>
              <a:avLst/>
              <a:gdLst>
                <a:gd name="csX0" fmla="*/ 206117 w 442915"/>
                <a:gd name="csY0" fmla="*/ 0 h 494808"/>
                <a:gd name="csX1" fmla="*/ 384080 w 442915"/>
                <a:gd name="csY1" fmla="*/ 35929 h 494808"/>
                <a:gd name="csX2" fmla="*/ 442915 w 442915"/>
                <a:gd name="csY2" fmla="*/ 67863 h 494808"/>
                <a:gd name="csX3" fmla="*/ 424087 w 442915"/>
                <a:gd name="csY3" fmla="*/ 78082 h 494808"/>
                <a:gd name="csX4" fmla="*/ 222512 w 442915"/>
                <a:gd name="csY4" fmla="*/ 457200 h 494808"/>
                <a:gd name="csX5" fmla="*/ 226303 w 442915"/>
                <a:gd name="csY5" fmla="*/ 494808 h 494808"/>
                <a:gd name="csX6" fmla="*/ 201575 w 442915"/>
                <a:gd name="csY6" fmla="*/ 481386 h 494808"/>
                <a:gd name="csX7" fmla="*/ 0 w 442915"/>
                <a:gd name="csY7" fmla="*/ 102268 h 494808"/>
                <a:gd name="csX8" fmla="*/ 5445 w 442915"/>
                <a:gd name="csY8" fmla="*/ 48255 h 494808"/>
                <a:gd name="csX9" fmla="*/ 28154 w 442915"/>
                <a:gd name="csY9" fmla="*/ 35929 h 494808"/>
                <a:gd name="csX10" fmla="*/ 206117 w 442915"/>
                <a:gd name="csY10" fmla="*/ 0 h 49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2915" h="494808">
                  <a:moveTo>
                    <a:pt x="206117" y="0"/>
                  </a:moveTo>
                  <a:cubicBezTo>
                    <a:pt x="269243" y="0"/>
                    <a:pt x="329381" y="12794"/>
                    <a:pt x="384080" y="35929"/>
                  </a:cubicBezTo>
                  <a:lnTo>
                    <a:pt x="442915" y="67863"/>
                  </a:lnTo>
                  <a:lnTo>
                    <a:pt x="424087" y="78082"/>
                  </a:lnTo>
                  <a:cubicBezTo>
                    <a:pt x="302471" y="160245"/>
                    <a:pt x="222512" y="299385"/>
                    <a:pt x="222512" y="457200"/>
                  </a:cubicBezTo>
                  <a:lnTo>
                    <a:pt x="226303" y="494808"/>
                  </a:lnTo>
                  <a:lnTo>
                    <a:pt x="201575" y="481386"/>
                  </a:lnTo>
                  <a:cubicBezTo>
                    <a:pt x="79959" y="399224"/>
                    <a:pt x="0" y="260084"/>
                    <a:pt x="0" y="102268"/>
                  </a:cubicBezTo>
                  <a:lnTo>
                    <a:pt x="5445" y="48255"/>
                  </a:lnTo>
                  <a:lnTo>
                    <a:pt x="28154" y="35929"/>
                  </a:lnTo>
                  <a:cubicBezTo>
                    <a:pt x="82853" y="12794"/>
                    <a:pt x="142991" y="0"/>
                    <a:pt x="206117" y="0"/>
                  </a:cubicBezTo>
                  <a:close/>
                </a:path>
              </a:pathLst>
            </a:custGeom>
            <a:solidFill>
              <a:srgbClr val="D6EEEE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0D8783D-BD74-82A9-F5A3-53CDEA0D253D}"/>
                </a:ext>
              </a:extLst>
            </p:cNvPr>
            <p:cNvSpPr/>
            <p:nvPr/>
          </p:nvSpPr>
          <p:spPr>
            <a:xfrm>
              <a:off x="1138509" y="1814496"/>
              <a:ext cx="471485" cy="511213"/>
            </a:xfrm>
            <a:custGeom>
              <a:avLst/>
              <a:gdLst>
                <a:gd name="csX0" fmla="*/ 236797 w 471485"/>
                <a:gd name="csY0" fmla="*/ 0 h 511213"/>
                <a:gd name="csX1" fmla="*/ 414760 w 471485"/>
                <a:gd name="csY1" fmla="*/ 35929 h 511213"/>
                <a:gd name="csX2" fmla="*/ 467694 w 471485"/>
                <a:gd name="csY2" fmla="*/ 64660 h 511213"/>
                <a:gd name="csX3" fmla="*/ 471485 w 471485"/>
                <a:gd name="csY3" fmla="*/ 102268 h 511213"/>
                <a:gd name="csX4" fmla="*/ 269910 w 471485"/>
                <a:gd name="csY4" fmla="*/ 481386 h 511213"/>
                <a:gd name="csX5" fmla="*/ 214957 w 471485"/>
                <a:gd name="csY5" fmla="*/ 511213 h 511213"/>
                <a:gd name="csX6" fmla="*/ 220402 w 471485"/>
                <a:gd name="csY6" fmla="*/ 457200 h 511213"/>
                <a:gd name="csX7" fmla="*/ 18827 w 471485"/>
                <a:gd name="csY7" fmla="*/ 78082 h 511213"/>
                <a:gd name="csX8" fmla="*/ 0 w 471485"/>
                <a:gd name="csY8" fmla="*/ 67863 h 511213"/>
                <a:gd name="csX9" fmla="*/ 58834 w 471485"/>
                <a:gd name="csY9" fmla="*/ 35929 h 511213"/>
                <a:gd name="csX10" fmla="*/ 236797 w 471485"/>
                <a:gd name="csY10" fmla="*/ 0 h 5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1485" h="511213">
                  <a:moveTo>
                    <a:pt x="236797" y="0"/>
                  </a:moveTo>
                  <a:cubicBezTo>
                    <a:pt x="299923" y="0"/>
                    <a:pt x="360061" y="12794"/>
                    <a:pt x="414760" y="35929"/>
                  </a:cubicBezTo>
                  <a:lnTo>
                    <a:pt x="467694" y="64660"/>
                  </a:lnTo>
                  <a:lnTo>
                    <a:pt x="471485" y="102268"/>
                  </a:lnTo>
                  <a:cubicBezTo>
                    <a:pt x="471485" y="260084"/>
                    <a:pt x="391526" y="399224"/>
                    <a:pt x="269910" y="481386"/>
                  </a:cubicBezTo>
                  <a:lnTo>
                    <a:pt x="214957" y="511213"/>
                  </a:lnTo>
                  <a:lnTo>
                    <a:pt x="220402" y="457200"/>
                  </a:lnTo>
                  <a:cubicBezTo>
                    <a:pt x="220402" y="299385"/>
                    <a:pt x="140443" y="160245"/>
                    <a:pt x="18827" y="78082"/>
                  </a:cubicBezTo>
                  <a:lnTo>
                    <a:pt x="0" y="67863"/>
                  </a:lnTo>
                  <a:lnTo>
                    <a:pt x="58834" y="35929"/>
                  </a:lnTo>
                  <a:cubicBezTo>
                    <a:pt x="113533" y="12794"/>
                    <a:pt x="173671" y="0"/>
                    <a:pt x="236797" y="0"/>
                  </a:cubicBezTo>
                  <a:close/>
                </a:path>
              </a:pathLst>
            </a:custGeom>
            <a:solidFill>
              <a:srgbClr val="E0E2BA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C51120C-7D71-B9AD-71BC-4D8B537A7578}"/>
                </a:ext>
              </a:extLst>
            </p:cNvPr>
            <p:cNvSpPr/>
            <p:nvPr/>
          </p:nvSpPr>
          <p:spPr>
            <a:xfrm>
              <a:off x="921897" y="2309304"/>
              <a:ext cx="431569" cy="351729"/>
            </a:xfrm>
            <a:custGeom>
              <a:avLst/>
              <a:gdLst>
                <a:gd name="csX0" fmla="*/ 0 w 431569"/>
                <a:gd name="csY0" fmla="*/ 0 h 351729"/>
                <a:gd name="csX1" fmla="*/ 52934 w 431569"/>
                <a:gd name="csY1" fmla="*/ 28731 h 351729"/>
                <a:gd name="csX2" fmla="*/ 230897 w 431569"/>
                <a:gd name="csY2" fmla="*/ 64660 h 351729"/>
                <a:gd name="csX3" fmla="*/ 408860 w 431569"/>
                <a:gd name="csY3" fmla="*/ 28731 h 351729"/>
                <a:gd name="csX4" fmla="*/ 431569 w 431569"/>
                <a:gd name="csY4" fmla="*/ 16405 h 351729"/>
                <a:gd name="csX5" fmla="*/ 427725 w 431569"/>
                <a:gd name="csY5" fmla="*/ 54534 h 351729"/>
                <a:gd name="csX6" fmla="*/ 235439 w 431569"/>
                <a:gd name="csY6" fmla="*/ 341510 h 351729"/>
                <a:gd name="csX7" fmla="*/ 216612 w 431569"/>
                <a:gd name="csY7" fmla="*/ 351729 h 351729"/>
                <a:gd name="csX8" fmla="*/ 197784 w 431569"/>
                <a:gd name="csY8" fmla="*/ 341510 h 351729"/>
                <a:gd name="csX9" fmla="*/ 5498 w 431569"/>
                <a:gd name="csY9" fmla="*/ 54534 h 351729"/>
                <a:gd name="csX10" fmla="*/ 0 w 431569"/>
                <a:gd name="csY10" fmla="*/ 0 h 351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31569" h="351729">
                  <a:moveTo>
                    <a:pt x="0" y="0"/>
                  </a:moveTo>
                  <a:lnTo>
                    <a:pt x="52934" y="28731"/>
                  </a:lnTo>
                  <a:cubicBezTo>
                    <a:pt x="107633" y="51867"/>
                    <a:pt x="167771" y="64660"/>
                    <a:pt x="230897" y="64660"/>
                  </a:cubicBezTo>
                  <a:cubicBezTo>
                    <a:pt x="294023" y="64660"/>
                    <a:pt x="354161" y="51867"/>
                    <a:pt x="408860" y="28731"/>
                  </a:cubicBezTo>
                  <a:lnTo>
                    <a:pt x="431569" y="16405"/>
                  </a:lnTo>
                  <a:lnTo>
                    <a:pt x="427725" y="54534"/>
                  </a:lnTo>
                  <a:cubicBezTo>
                    <a:pt x="403364" y="173585"/>
                    <a:pt x="332732" y="275780"/>
                    <a:pt x="235439" y="341510"/>
                  </a:cubicBezTo>
                  <a:lnTo>
                    <a:pt x="216612" y="351729"/>
                  </a:lnTo>
                  <a:lnTo>
                    <a:pt x="197784" y="341510"/>
                  </a:lnTo>
                  <a:cubicBezTo>
                    <a:pt x="100491" y="275780"/>
                    <a:pt x="29859" y="173585"/>
                    <a:pt x="5498" y="5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DB7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0B0C2E4-33EA-970B-DFB5-A2310D86445D}"/>
                </a:ext>
              </a:extLst>
            </p:cNvPr>
            <p:cNvSpPr/>
            <p:nvPr/>
          </p:nvSpPr>
          <p:spPr>
            <a:xfrm>
              <a:off x="701038" y="1459564"/>
              <a:ext cx="905164" cy="422795"/>
            </a:xfrm>
            <a:custGeom>
              <a:avLst/>
              <a:gdLst>
                <a:gd name="csX0" fmla="*/ 451755 w 905164"/>
                <a:gd name="csY0" fmla="*/ 0 h 422795"/>
                <a:gd name="csX1" fmla="*/ 899666 w 905164"/>
                <a:gd name="csY1" fmla="*/ 365058 h 422795"/>
                <a:gd name="csX2" fmla="*/ 905164 w 905164"/>
                <a:gd name="csY2" fmla="*/ 419592 h 422795"/>
                <a:gd name="csX3" fmla="*/ 852230 w 905164"/>
                <a:gd name="csY3" fmla="*/ 390861 h 422795"/>
                <a:gd name="csX4" fmla="*/ 674267 w 905164"/>
                <a:gd name="csY4" fmla="*/ 354932 h 422795"/>
                <a:gd name="csX5" fmla="*/ 496304 w 905164"/>
                <a:gd name="csY5" fmla="*/ 390861 h 422795"/>
                <a:gd name="csX6" fmla="*/ 437470 w 905164"/>
                <a:gd name="csY6" fmla="*/ 422795 h 422795"/>
                <a:gd name="csX7" fmla="*/ 378635 w 905164"/>
                <a:gd name="csY7" fmla="*/ 390861 h 422795"/>
                <a:gd name="csX8" fmla="*/ 200672 w 905164"/>
                <a:gd name="csY8" fmla="*/ 354932 h 422795"/>
                <a:gd name="csX9" fmla="*/ 22709 w 905164"/>
                <a:gd name="csY9" fmla="*/ 390861 h 422795"/>
                <a:gd name="csX10" fmla="*/ 0 w 905164"/>
                <a:gd name="csY10" fmla="*/ 403187 h 422795"/>
                <a:gd name="csX11" fmla="*/ 3844 w 905164"/>
                <a:gd name="csY11" fmla="*/ 365058 h 422795"/>
                <a:gd name="csX12" fmla="*/ 451755 w 905164"/>
                <a:gd name="csY12" fmla="*/ 0 h 42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05164" h="422795">
                  <a:moveTo>
                    <a:pt x="451755" y="0"/>
                  </a:moveTo>
                  <a:cubicBezTo>
                    <a:pt x="672697" y="0"/>
                    <a:pt x="857034" y="156720"/>
                    <a:pt x="899666" y="365058"/>
                  </a:cubicBezTo>
                  <a:lnTo>
                    <a:pt x="905164" y="419592"/>
                  </a:lnTo>
                  <a:lnTo>
                    <a:pt x="852230" y="390861"/>
                  </a:lnTo>
                  <a:cubicBezTo>
                    <a:pt x="797531" y="367726"/>
                    <a:pt x="737393" y="354932"/>
                    <a:pt x="674267" y="354932"/>
                  </a:cubicBezTo>
                  <a:cubicBezTo>
                    <a:pt x="611141" y="354932"/>
                    <a:pt x="551003" y="367726"/>
                    <a:pt x="496304" y="390861"/>
                  </a:cubicBezTo>
                  <a:lnTo>
                    <a:pt x="437470" y="422795"/>
                  </a:lnTo>
                  <a:lnTo>
                    <a:pt x="378635" y="390861"/>
                  </a:lnTo>
                  <a:cubicBezTo>
                    <a:pt x="323936" y="367726"/>
                    <a:pt x="263798" y="354932"/>
                    <a:pt x="200672" y="354932"/>
                  </a:cubicBezTo>
                  <a:cubicBezTo>
                    <a:pt x="137546" y="354932"/>
                    <a:pt x="77408" y="367726"/>
                    <a:pt x="22709" y="390861"/>
                  </a:cubicBezTo>
                  <a:lnTo>
                    <a:pt x="0" y="403187"/>
                  </a:lnTo>
                  <a:lnTo>
                    <a:pt x="3844" y="365058"/>
                  </a:lnTo>
                  <a:cubicBezTo>
                    <a:pt x="46476" y="156720"/>
                    <a:pt x="230813" y="0"/>
                    <a:pt x="45175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70051F7-D3CC-4761-8502-6E842B0D6E73}"/>
                </a:ext>
              </a:extLst>
            </p:cNvPr>
            <p:cNvSpPr/>
            <p:nvPr/>
          </p:nvSpPr>
          <p:spPr>
            <a:xfrm>
              <a:off x="444510" y="1862751"/>
              <a:ext cx="693998" cy="866145"/>
            </a:xfrm>
            <a:custGeom>
              <a:avLst/>
              <a:gdLst>
                <a:gd name="csX0" fmla="*/ 256528 w 693998"/>
                <a:gd name="csY0" fmla="*/ 0 h 866145"/>
                <a:gd name="csX1" fmla="*/ 251083 w 693998"/>
                <a:gd name="csY1" fmla="*/ 54013 h 866145"/>
                <a:gd name="csX2" fmla="*/ 452658 w 693998"/>
                <a:gd name="csY2" fmla="*/ 433131 h 866145"/>
                <a:gd name="csX3" fmla="*/ 477386 w 693998"/>
                <a:gd name="csY3" fmla="*/ 446553 h 866145"/>
                <a:gd name="csX4" fmla="*/ 482884 w 693998"/>
                <a:gd name="csY4" fmla="*/ 501087 h 866145"/>
                <a:gd name="csX5" fmla="*/ 675170 w 693998"/>
                <a:gd name="csY5" fmla="*/ 788063 h 866145"/>
                <a:gd name="csX6" fmla="*/ 693998 w 693998"/>
                <a:gd name="csY6" fmla="*/ 798282 h 866145"/>
                <a:gd name="csX7" fmla="*/ 635163 w 693998"/>
                <a:gd name="csY7" fmla="*/ 830216 h 866145"/>
                <a:gd name="csX8" fmla="*/ 457200 w 693998"/>
                <a:gd name="csY8" fmla="*/ 866145 h 866145"/>
                <a:gd name="csX9" fmla="*/ 0 w 693998"/>
                <a:gd name="csY9" fmla="*/ 408945 h 866145"/>
                <a:gd name="csX10" fmla="*/ 201575 w 693998"/>
                <a:gd name="csY10" fmla="*/ 29827 h 866145"/>
                <a:gd name="csX11" fmla="*/ 256528 w 693998"/>
                <a:gd name="csY11" fmla="*/ 0 h 866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8" h="866145">
                  <a:moveTo>
                    <a:pt x="256528" y="0"/>
                  </a:moveTo>
                  <a:lnTo>
                    <a:pt x="251083" y="54013"/>
                  </a:lnTo>
                  <a:cubicBezTo>
                    <a:pt x="251083" y="211829"/>
                    <a:pt x="331042" y="350969"/>
                    <a:pt x="452658" y="433131"/>
                  </a:cubicBezTo>
                  <a:lnTo>
                    <a:pt x="477386" y="446553"/>
                  </a:lnTo>
                  <a:lnTo>
                    <a:pt x="482884" y="501087"/>
                  </a:lnTo>
                  <a:cubicBezTo>
                    <a:pt x="507245" y="620138"/>
                    <a:pt x="577877" y="722333"/>
                    <a:pt x="675170" y="788063"/>
                  </a:cubicBezTo>
                  <a:lnTo>
                    <a:pt x="693998" y="798282"/>
                  </a:lnTo>
                  <a:lnTo>
                    <a:pt x="635163" y="830216"/>
                  </a:lnTo>
                  <a:cubicBezTo>
                    <a:pt x="580464" y="853352"/>
                    <a:pt x="520326" y="866145"/>
                    <a:pt x="457200" y="866145"/>
                  </a:cubicBezTo>
                  <a:cubicBezTo>
                    <a:pt x="204695" y="866145"/>
                    <a:pt x="0" y="661450"/>
                    <a:pt x="0" y="408945"/>
                  </a:cubicBezTo>
                  <a:cubicBezTo>
                    <a:pt x="0" y="251130"/>
                    <a:pt x="79959" y="111990"/>
                    <a:pt x="201575" y="29827"/>
                  </a:cubicBezTo>
                  <a:lnTo>
                    <a:pt x="256528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9C30345-F239-7BDA-BC1D-AAD57A93BB85}"/>
                </a:ext>
              </a:extLst>
            </p:cNvPr>
            <p:cNvSpPr/>
            <p:nvPr/>
          </p:nvSpPr>
          <p:spPr>
            <a:xfrm>
              <a:off x="1138509" y="1879155"/>
              <a:ext cx="693997" cy="849740"/>
            </a:xfrm>
            <a:custGeom>
              <a:avLst/>
              <a:gdLst>
                <a:gd name="csX0" fmla="*/ 467694 w 693997"/>
                <a:gd name="csY0" fmla="*/ 0 h 849740"/>
                <a:gd name="csX1" fmla="*/ 492422 w 693997"/>
                <a:gd name="csY1" fmla="*/ 13422 h 849740"/>
                <a:gd name="csX2" fmla="*/ 693997 w 693997"/>
                <a:gd name="csY2" fmla="*/ 392540 h 849740"/>
                <a:gd name="csX3" fmla="*/ 236797 w 693997"/>
                <a:gd name="csY3" fmla="*/ 849740 h 849740"/>
                <a:gd name="csX4" fmla="*/ 58834 w 693997"/>
                <a:gd name="csY4" fmla="*/ 813811 h 849740"/>
                <a:gd name="csX5" fmla="*/ 0 w 693997"/>
                <a:gd name="csY5" fmla="*/ 781877 h 849740"/>
                <a:gd name="csX6" fmla="*/ 18827 w 693997"/>
                <a:gd name="csY6" fmla="*/ 771658 h 849740"/>
                <a:gd name="csX7" fmla="*/ 211113 w 693997"/>
                <a:gd name="csY7" fmla="*/ 484682 h 849740"/>
                <a:gd name="csX8" fmla="*/ 214957 w 693997"/>
                <a:gd name="csY8" fmla="*/ 446553 h 849740"/>
                <a:gd name="csX9" fmla="*/ 269910 w 693997"/>
                <a:gd name="csY9" fmla="*/ 416726 h 849740"/>
                <a:gd name="csX10" fmla="*/ 471485 w 693997"/>
                <a:gd name="csY10" fmla="*/ 37608 h 849740"/>
                <a:gd name="csX11" fmla="*/ 467694 w 693997"/>
                <a:gd name="csY11" fmla="*/ 0 h 849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7" h="849740">
                  <a:moveTo>
                    <a:pt x="467694" y="0"/>
                  </a:moveTo>
                  <a:lnTo>
                    <a:pt x="492422" y="13422"/>
                  </a:lnTo>
                  <a:cubicBezTo>
                    <a:pt x="614038" y="95585"/>
                    <a:pt x="693997" y="234725"/>
                    <a:pt x="693997" y="392540"/>
                  </a:cubicBezTo>
                  <a:cubicBezTo>
                    <a:pt x="693997" y="645045"/>
                    <a:pt x="489302" y="849740"/>
                    <a:pt x="236797" y="849740"/>
                  </a:cubicBezTo>
                  <a:cubicBezTo>
                    <a:pt x="173671" y="849740"/>
                    <a:pt x="113533" y="836947"/>
                    <a:pt x="58834" y="813811"/>
                  </a:cubicBezTo>
                  <a:lnTo>
                    <a:pt x="0" y="781877"/>
                  </a:lnTo>
                  <a:lnTo>
                    <a:pt x="18827" y="771658"/>
                  </a:lnTo>
                  <a:cubicBezTo>
                    <a:pt x="116120" y="705928"/>
                    <a:pt x="186752" y="603733"/>
                    <a:pt x="211113" y="484682"/>
                  </a:cubicBezTo>
                  <a:lnTo>
                    <a:pt x="214957" y="446553"/>
                  </a:lnTo>
                  <a:lnTo>
                    <a:pt x="269910" y="416726"/>
                  </a:lnTo>
                  <a:cubicBezTo>
                    <a:pt x="391526" y="334564"/>
                    <a:pt x="471485" y="195424"/>
                    <a:pt x="471485" y="37608"/>
                  </a:cubicBezTo>
                  <a:lnTo>
                    <a:pt x="467694" y="0"/>
                  </a:lnTo>
                  <a:close/>
                </a:path>
              </a:pathLst>
            </a:custGeom>
            <a:solidFill>
              <a:srgbClr val="FFC00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0B4B3D5-85AE-6A76-DAE3-810A1C13A968}"/>
                </a:ext>
              </a:extLst>
            </p:cNvPr>
            <p:cNvSpPr/>
            <p:nvPr/>
          </p:nvSpPr>
          <p:spPr>
            <a:xfrm>
              <a:off x="918106" y="1882359"/>
              <a:ext cx="440805" cy="491605"/>
            </a:xfrm>
            <a:custGeom>
              <a:avLst/>
              <a:gdLst>
                <a:gd name="csX0" fmla="*/ 220403 w 440805"/>
                <a:gd name="csY0" fmla="*/ 0 h 491605"/>
                <a:gd name="csX1" fmla="*/ 239230 w 440805"/>
                <a:gd name="csY1" fmla="*/ 10219 h 491605"/>
                <a:gd name="csX2" fmla="*/ 440805 w 440805"/>
                <a:gd name="csY2" fmla="*/ 389337 h 491605"/>
                <a:gd name="csX3" fmla="*/ 435360 w 440805"/>
                <a:gd name="csY3" fmla="*/ 443350 h 491605"/>
                <a:gd name="csX4" fmla="*/ 412651 w 440805"/>
                <a:gd name="csY4" fmla="*/ 455676 h 491605"/>
                <a:gd name="csX5" fmla="*/ 234688 w 440805"/>
                <a:gd name="csY5" fmla="*/ 491605 h 491605"/>
                <a:gd name="csX6" fmla="*/ 56725 w 440805"/>
                <a:gd name="csY6" fmla="*/ 455676 h 491605"/>
                <a:gd name="csX7" fmla="*/ 3791 w 440805"/>
                <a:gd name="csY7" fmla="*/ 426945 h 491605"/>
                <a:gd name="csX8" fmla="*/ 0 w 440805"/>
                <a:gd name="csY8" fmla="*/ 389337 h 491605"/>
                <a:gd name="csX9" fmla="*/ 201575 w 440805"/>
                <a:gd name="csY9" fmla="*/ 10219 h 491605"/>
                <a:gd name="csX10" fmla="*/ 220403 w 440805"/>
                <a:gd name="csY10" fmla="*/ 0 h 4916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805" h="491605">
                  <a:moveTo>
                    <a:pt x="220403" y="0"/>
                  </a:moveTo>
                  <a:lnTo>
                    <a:pt x="239230" y="10219"/>
                  </a:lnTo>
                  <a:cubicBezTo>
                    <a:pt x="360846" y="92382"/>
                    <a:pt x="440805" y="231522"/>
                    <a:pt x="440805" y="389337"/>
                  </a:cubicBezTo>
                  <a:lnTo>
                    <a:pt x="435360" y="443350"/>
                  </a:lnTo>
                  <a:lnTo>
                    <a:pt x="412651" y="455676"/>
                  </a:lnTo>
                  <a:cubicBezTo>
                    <a:pt x="357952" y="478812"/>
                    <a:pt x="297814" y="491605"/>
                    <a:pt x="234688" y="491605"/>
                  </a:cubicBezTo>
                  <a:cubicBezTo>
                    <a:pt x="171562" y="491605"/>
                    <a:pt x="111424" y="478812"/>
                    <a:pt x="56725" y="455676"/>
                  </a:cubicBezTo>
                  <a:lnTo>
                    <a:pt x="3791" y="426945"/>
                  </a:lnTo>
                  <a:lnTo>
                    <a:pt x="0" y="389337"/>
                  </a:lnTo>
                  <a:cubicBezTo>
                    <a:pt x="0" y="231522"/>
                    <a:pt x="79959" y="92382"/>
                    <a:pt x="201575" y="10219"/>
                  </a:cubicBezTo>
                  <a:lnTo>
                    <a:pt x="220403" y="0"/>
                  </a:lnTo>
                  <a:close/>
                </a:path>
              </a:pathLst>
            </a:custGeom>
            <a:pattFill prst="wd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A1133D5-55E7-3964-9350-37C01C768629}"/>
              </a:ext>
            </a:extLst>
          </p:cNvPr>
          <p:cNvSpPr txBox="1"/>
          <p:nvPr/>
        </p:nvSpPr>
        <p:spPr>
          <a:xfrm>
            <a:off x="1537790" y="403822"/>
            <a:ext cx="14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management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01B15A-532F-CCEF-D8F5-0330719693BE}"/>
              </a:ext>
            </a:extLst>
          </p:cNvPr>
          <p:cNvSpPr txBox="1"/>
          <p:nvPr/>
        </p:nvSpPr>
        <p:spPr>
          <a:xfrm>
            <a:off x="1860943" y="1204588"/>
            <a:ext cx="66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AB340C-B404-0D5A-2E8E-C5AAD9678CEE}"/>
              </a:ext>
            </a:extLst>
          </p:cNvPr>
          <p:cNvSpPr txBox="1"/>
          <p:nvPr/>
        </p:nvSpPr>
        <p:spPr>
          <a:xfrm>
            <a:off x="3554105" y="1238349"/>
            <a:ext cx="1298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Climate-change adaptation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7621B22-F3DF-4D6C-B8A7-CD227C2FD48E}"/>
              </a:ext>
            </a:extLst>
          </p:cNvPr>
          <p:cNvGrpSpPr/>
          <p:nvPr/>
        </p:nvGrpSpPr>
        <p:grpSpPr>
          <a:xfrm>
            <a:off x="1056742" y="3732064"/>
            <a:ext cx="4114800" cy="246221"/>
            <a:chOff x="1249222" y="4008077"/>
            <a:chExt cx="4114800" cy="24622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561A455-A969-27AE-8304-F438807D70E6}"/>
                </a:ext>
              </a:extLst>
            </p:cNvPr>
            <p:cNvSpPr/>
            <p:nvPr/>
          </p:nvSpPr>
          <p:spPr>
            <a:xfrm>
              <a:off x="1249222" y="4053803"/>
              <a:ext cx="4114800" cy="179132"/>
            </a:xfrm>
            <a:prstGeom prst="rect">
              <a:avLst/>
            </a:prstGeom>
            <a:solidFill>
              <a:srgbClr val="E4D8B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FBB6431-6B0A-9DC4-3E0A-7B9A9BB2F80B}"/>
                </a:ext>
              </a:extLst>
            </p:cNvPr>
            <p:cNvSpPr txBox="1"/>
            <p:nvPr/>
          </p:nvSpPr>
          <p:spPr>
            <a:xfrm>
              <a:off x="1249222" y="4008077"/>
              <a:ext cx="40939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Methodological foundation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339FD4-1A79-DF81-36C2-59BD60EF08AE}"/>
              </a:ext>
            </a:extLst>
          </p:cNvPr>
          <p:cNvGrpSpPr/>
          <p:nvPr/>
        </p:nvGrpSpPr>
        <p:grpSpPr>
          <a:xfrm>
            <a:off x="895104" y="1901790"/>
            <a:ext cx="4371405" cy="219240"/>
            <a:chOff x="1360701" y="3794927"/>
            <a:chExt cx="4371405" cy="2192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F1D827-82FA-479C-CBA5-3E4F20C5FF94}"/>
                </a:ext>
              </a:extLst>
            </p:cNvPr>
            <p:cNvSpPr/>
            <p:nvPr/>
          </p:nvSpPr>
          <p:spPr>
            <a:xfrm>
              <a:off x="1417850" y="3838773"/>
              <a:ext cx="4247127" cy="14129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894DBD-677E-22BE-E82F-614EE97DE5DB}"/>
                </a:ext>
              </a:extLst>
            </p:cNvPr>
            <p:cNvSpPr txBox="1"/>
            <p:nvPr/>
          </p:nvSpPr>
          <p:spPr>
            <a:xfrm>
              <a:off x="1360701" y="3794927"/>
              <a:ext cx="8995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Short-term goals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F06C4B-E301-1682-4D01-F7C8F1DC1F48}"/>
                </a:ext>
              </a:extLst>
            </p:cNvPr>
            <p:cNvSpPr txBox="1"/>
            <p:nvPr/>
          </p:nvSpPr>
          <p:spPr>
            <a:xfrm>
              <a:off x="4832597" y="3798723"/>
              <a:ext cx="8995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Long-term goals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72FA2D36-973F-0217-3A93-59E8105C69E7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2260210" y="3902649"/>
              <a:ext cx="2572387" cy="3796"/>
            </a:xfrm>
            <a:prstGeom prst="straightConnector1">
              <a:avLst/>
            </a:prstGeom>
            <a:ln>
              <a:solidFill>
                <a:srgbClr val="3C7A89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5746A095-C8C6-9FDF-9139-472729175937}"/>
              </a:ext>
            </a:extLst>
          </p:cNvPr>
          <p:cNvSpPr txBox="1"/>
          <p:nvPr/>
        </p:nvSpPr>
        <p:spPr>
          <a:xfrm>
            <a:off x="598059" y="4579532"/>
            <a:ext cx="1463998" cy="400110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industrial collaboration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110B97-11D5-42CB-4F49-C82A90ED7BDE}"/>
              </a:ext>
            </a:extLst>
          </p:cNvPr>
          <p:cNvCxnSpPr>
            <a:cxnSpLocks/>
          </p:cNvCxnSpPr>
          <p:nvPr/>
        </p:nvCxnSpPr>
        <p:spPr>
          <a:xfrm>
            <a:off x="36407" y="1659678"/>
            <a:ext cx="56504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C3037D6-F9E6-8419-ABF0-C3F28E2F2CA6}"/>
              </a:ext>
            </a:extLst>
          </p:cNvPr>
          <p:cNvGrpSpPr/>
          <p:nvPr/>
        </p:nvGrpSpPr>
        <p:grpSpPr>
          <a:xfrm>
            <a:off x="474766" y="1726939"/>
            <a:ext cx="5212080" cy="246221"/>
            <a:chOff x="679659" y="2002952"/>
            <a:chExt cx="5212080" cy="2462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49134F-A40E-6AA5-8520-C03B8B63022B}"/>
                </a:ext>
              </a:extLst>
            </p:cNvPr>
            <p:cNvSpPr/>
            <p:nvPr/>
          </p:nvSpPr>
          <p:spPr>
            <a:xfrm>
              <a:off x="679659" y="2048036"/>
              <a:ext cx="5212080" cy="179132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456BDF-F8BF-AC51-BC45-EBA555B78DDC}"/>
                </a:ext>
              </a:extLst>
            </p:cNvPr>
            <p:cNvSpPr txBox="1"/>
            <p:nvPr/>
          </p:nvSpPr>
          <p:spPr>
            <a:xfrm>
              <a:off x="707586" y="2002952"/>
              <a:ext cx="51564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Over-arching research goal: Probabilistic cross-scale nutrient assessment and management</a:t>
              </a:r>
            </a:p>
          </p:txBody>
        </p:sp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C769C27C-D9BA-4F7F-9DC8-2C8BCA7C6F9E}"/>
              </a:ext>
            </a:extLst>
          </p:cNvPr>
          <p:cNvSpPr/>
          <p:nvPr/>
        </p:nvSpPr>
        <p:spPr>
          <a:xfrm>
            <a:off x="3044684" y="1244609"/>
            <a:ext cx="89564" cy="524188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5989494-D109-09D8-4DEB-CAEA167F8C46}"/>
              </a:ext>
            </a:extLst>
          </p:cNvPr>
          <p:cNvGrpSpPr/>
          <p:nvPr/>
        </p:nvGrpSpPr>
        <p:grpSpPr>
          <a:xfrm>
            <a:off x="1024769" y="2076204"/>
            <a:ext cx="4112075" cy="1622028"/>
            <a:chOff x="1283910" y="2352217"/>
            <a:chExt cx="4112075" cy="16220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342C018-F726-2B7F-4289-75EBB3200ED0}"/>
                </a:ext>
              </a:extLst>
            </p:cNvPr>
            <p:cNvGrpSpPr/>
            <p:nvPr/>
          </p:nvGrpSpPr>
          <p:grpSpPr>
            <a:xfrm>
              <a:off x="1283910" y="2352217"/>
              <a:ext cx="941507" cy="1622028"/>
              <a:chOff x="1794728" y="1329634"/>
              <a:chExt cx="941507" cy="1622028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9A93C33-D435-0627-94F7-A7ECC8FD2118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E6F1F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856DD65-DA53-851D-ECB9-827C58E19211}"/>
                  </a:ext>
                </a:extLst>
              </p:cNvPr>
              <p:cNvSpPr txBox="1"/>
              <p:nvPr/>
            </p:nvSpPr>
            <p:spPr>
              <a:xfrm>
                <a:off x="1794728" y="1591952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Internal nutrient load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95F038-7881-ACB3-7951-083EC009F324}"/>
                  </a:ext>
                </a:extLst>
              </p:cNvPr>
              <p:cNvSpPr txBox="1"/>
              <p:nvPr/>
            </p:nvSpPr>
            <p:spPr>
              <a:xfrm>
                <a:off x="1804175" y="1943807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Assess eutrophication under changing climate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4CE106-D372-F603-6946-A2FB689B1B64}"/>
                  </a:ext>
                </a:extLst>
              </p:cNvPr>
              <p:cNvSpPr txBox="1"/>
              <p:nvPr/>
            </p:nvSpPr>
            <p:spPr>
              <a:xfrm>
                <a:off x="1794728" y="2552511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Co-develop adaptive strategies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81BADF6-F672-A9FC-6655-44B768328A89}"/>
                  </a:ext>
                </a:extLst>
              </p:cNvPr>
              <p:cNvSpPr/>
              <p:nvPr/>
            </p:nvSpPr>
            <p:spPr>
              <a:xfrm>
                <a:off x="1870069" y="1343589"/>
                <a:ext cx="858545" cy="227060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4474335-6BBA-F68F-9727-B4529490A355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Waterbodies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FFD54-C2BD-F503-AAB4-896DABBCE893}"/>
                </a:ext>
              </a:extLst>
            </p:cNvPr>
            <p:cNvGrpSpPr/>
            <p:nvPr/>
          </p:nvGrpSpPr>
          <p:grpSpPr>
            <a:xfrm>
              <a:off x="2338900" y="2352217"/>
              <a:ext cx="943373" cy="1622028"/>
              <a:chOff x="1792862" y="1329634"/>
              <a:chExt cx="943373" cy="162202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24290BC-891B-47A9-6C8F-65AAD57B9785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CFE3E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542801-9704-A1C9-C8A0-769CFBC9F5AD}"/>
                  </a:ext>
                </a:extLst>
              </p:cNvPr>
              <p:cNvSpPr txBox="1"/>
              <p:nvPr/>
            </p:nvSpPr>
            <p:spPr>
              <a:xfrm>
                <a:off x="1792862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Characterize watershed C-N-P loads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6AA905-E7CD-3A95-C9B1-B2AAD9348EB9}"/>
                  </a:ext>
                </a:extLst>
              </p:cNvPr>
              <p:cNvSpPr txBox="1"/>
              <p:nvPr/>
            </p:nvSpPr>
            <p:spPr>
              <a:xfrm>
                <a:off x="1802309" y="2066918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 C-N-P export trajectories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55FEB6-5687-701E-DDAF-DFB42EA441A2}"/>
                  </a:ext>
                </a:extLst>
              </p:cNvPr>
              <p:cNvSpPr txBox="1"/>
              <p:nvPr/>
            </p:nvSpPr>
            <p:spPr>
              <a:xfrm>
                <a:off x="1794728" y="249095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intervention points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9356D66-7956-F8F2-8A1E-4518D35F7698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6F1A79-3D76-29BE-B2F7-1D8EC66D462D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Watersheds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AFA7EC2-4382-AA94-AAD3-82F062951F84}"/>
                </a:ext>
              </a:extLst>
            </p:cNvPr>
            <p:cNvGrpSpPr/>
            <p:nvPr/>
          </p:nvGrpSpPr>
          <p:grpSpPr>
            <a:xfrm>
              <a:off x="3393389" y="2352217"/>
              <a:ext cx="945740" cy="1622028"/>
              <a:chOff x="1790495" y="1329634"/>
              <a:chExt cx="945740" cy="162202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3A4EA04-C435-4B11-71FE-2652554414BE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A9CCD8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3AB1A5-FA26-9B3B-DBFC-D434D64E6365}"/>
                  </a:ext>
                </a:extLst>
              </p:cNvPr>
              <p:cNvSpPr txBox="1"/>
              <p:nvPr/>
            </p:nvSpPr>
            <p:spPr>
              <a:xfrm>
                <a:off x="1790495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state-wide nutrient budgets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489807-1B61-CA33-1B3E-96C1F7814169}"/>
                  </a:ext>
                </a:extLst>
              </p:cNvPr>
              <p:cNvSpPr txBox="1"/>
              <p:nvPr/>
            </p:nvSpPr>
            <p:spPr>
              <a:xfrm>
                <a:off x="1790495" y="200536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diverse eutrophication models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D3894C-2823-C6D2-C095-38A7868C7968}"/>
                  </a:ext>
                </a:extLst>
              </p:cNvPr>
              <p:cNvSpPr txBox="1"/>
              <p:nvPr/>
            </p:nvSpPr>
            <p:spPr>
              <a:xfrm>
                <a:off x="1790495" y="249095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state-wide critical zones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E8F6D92-641B-624B-8158-E46FEDD845BB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5C9528-3688-979C-B1AA-4D354E4F452E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Regional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95D666C-E94F-F5F2-1A9E-D825E6053704}"/>
                </a:ext>
              </a:extLst>
            </p:cNvPr>
            <p:cNvGrpSpPr/>
            <p:nvPr/>
          </p:nvGrpSpPr>
          <p:grpSpPr>
            <a:xfrm>
              <a:off x="4446012" y="2354081"/>
              <a:ext cx="949973" cy="1618301"/>
              <a:chOff x="1786262" y="1333361"/>
              <a:chExt cx="949973" cy="1618301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B4E8BAD-E0A9-6828-AFC0-3828DA5A43A7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7DAFBE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7225BF-EBD7-C9B1-AB9D-D966D010098F}"/>
                  </a:ext>
                </a:extLst>
              </p:cNvPr>
              <p:cNvSpPr txBox="1"/>
              <p:nvPr/>
            </p:nvSpPr>
            <p:spPr>
              <a:xfrm>
                <a:off x="1786262" y="1593815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national nutrient budgets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8E90AA-408E-E343-27CD-2ADF6C83CFCC}"/>
                  </a:ext>
                </a:extLst>
              </p:cNvPr>
              <p:cNvSpPr txBox="1"/>
              <p:nvPr/>
            </p:nvSpPr>
            <p:spPr>
              <a:xfrm>
                <a:off x="1786262" y="1884020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ensemble eutrophication-related projections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148A2D-C2A3-CC66-182B-9EF697EEAED1}"/>
                  </a:ext>
                </a:extLst>
              </p:cNvPr>
              <p:cNvSpPr txBox="1"/>
              <p:nvPr/>
            </p:nvSpPr>
            <p:spPr>
              <a:xfrm>
                <a:off x="1786262" y="2431263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nation-wide management scenarios and policy pathways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DD94A7C-A099-AF50-C3C7-012CAF025E8E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DCFCB7-139A-D758-094E-F5A4C11C9DB2}"/>
                  </a:ext>
                </a:extLst>
              </p:cNvPr>
              <p:cNvSpPr txBox="1"/>
              <p:nvPr/>
            </p:nvSpPr>
            <p:spPr>
              <a:xfrm>
                <a:off x="1836058" y="1333361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National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2BA5355-4AE1-4DA7-8C44-B6D55C03566C}"/>
              </a:ext>
            </a:extLst>
          </p:cNvPr>
          <p:cNvGrpSpPr/>
          <p:nvPr/>
        </p:nvGrpSpPr>
        <p:grpSpPr>
          <a:xfrm>
            <a:off x="1959168" y="3040606"/>
            <a:ext cx="2308847" cy="0"/>
            <a:chOff x="2153476" y="3316619"/>
            <a:chExt cx="2308847" cy="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6F9D0DD-9819-410D-F9FE-6D24CCC72158}"/>
                </a:ext>
              </a:extLst>
            </p:cNvPr>
            <p:cNvCxnSpPr>
              <a:cxnSpLocks/>
            </p:cNvCxnSpPr>
            <p:nvPr/>
          </p:nvCxnSpPr>
          <p:spPr>
            <a:xfrm>
              <a:off x="2153476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1DF3985-122D-ED35-888E-DB4FBEF592BA}"/>
                </a:ext>
              </a:extLst>
            </p:cNvPr>
            <p:cNvCxnSpPr>
              <a:cxnSpLocks/>
            </p:cNvCxnSpPr>
            <p:nvPr/>
          </p:nvCxnSpPr>
          <p:spPr>
            <a:xfrm>
              <a:off x="3210610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DD7F49F-B4BB-BA8D-8FC0-CB1DE4846AC8}"/>
                </a:ext>
              </a:extLst>
            </p:cNvPr>
            <p:cNvCxnSpPr>
              <a:cxnSpLocks/>
            </p:cNvCxnSpPr>
            <p:nvPr/>
          </p:nvCxnSpPr>
          <p:spPr>
            <a:xfrm>
              <a:off x="4270299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00A1A16-40C3-0B70-D4B9-0C252BB0D570}"/>
              </a:ext>
            </a:extLst>
          </p:cNvPr>
          <p:cNvGrpSpPr/>
          <p:nvPr/>
        </p:nvGrpSpPr>
        <p:grpSpPr>
          <a:xfrm>
            <a:off x="1054467" y="3950682"/>
            <a:ext cx="4119350" cy="410779"/>
            <a:chOff x="770824" y="2155739"/>
            <a:chExt cx="4119350" cy="41077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E0285C2-F471-A3E8-2A5D-8A6FCD4DB191}"/>
                </a:ext>
              </a:extLst>
            </p:cNvPr>
            <p:cNvSpPr/>
            <p:nvPr/>
          </p:nvSpPr>
          <p:spPr>
            <a:xfrm>
              <a:off x="770824" y="2165394"/>
              <a:ext cx="4114800" cy="363102"/>
            </a:xfrm>
            <a:prstGeom prst="rect">
              <a:avLst/>
            </a:prstGeom>
            <a:solidFill>
              <a:srgbClr val="DCE6F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Plus Sign 105">
              <a:extLst>
                <a:ext uri="{FF2B5EF4-FFF2-40B4-BE49-F238E27FC236}">
                  <a16:creationId xmlns:a16="http://schemas.microsoft.com/office/drawing/2014/main" id="{F0E7F02D-7D29-ABD4-4063-A22BE82DCC8A}"/>
                </a:ext>
              </a:extLst>
            </p:cNvPr>
            <p:cNvSpPr/>
            <p:nvPr/>
          </p:nvSpPr>
          <p:spPr>
            <a:xfrm>
              <a:off x="1640774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C6902AD-5441-6D0A-1AD4-5F911210989F}"/>
                </a:ext>
              </a:extLst>
            </p:cNvPr>
            <p:cNvGrpSpPr/>
            <p:nvPr/>
          </p:nvGrpSpPr>
          <p:grpSpPr>
            <a:xfrm>
              <a:off x="770824" y="2166408"/>
              <a:ext cx="964745" cy="400110"/>
              <a:chOff x="770824" y="2166408"/>
              <a:chExt cx="964745" cy="400110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626B327-EE08-213C-1DA4-1FD6F864DB77}"/>
                  </a:ext>
                </a:extLst>
              </p:cNvPr>
              <p:cNvSpPr txBox="1"/>
              <p:nvPr/>
            </p:nvSpPr>
            <p:spPr>
              <a:xfrm>
                <a:off x="893128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monitoring </a:t>
                </a:r>
              </a:p>
            </p:txBody>
          </p:sp>
          <p:pic>
            <p:nvPicPr>
              <p:cNvPr id="141" name="Graphic 140" descr="Flask outline">
                <a:extLst>
                  <a:ext uri="{FF2B5EF4-FFF2-40B4-BE49-F238E27FC236}">
                    <a16:creationId xmlns:a16="http://schemas.microsoft.com/office/drawing/2014/main" id="{3EF498F9-9F3C-5D39-7697-C2E81846E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70824" y="2209252"/>
                <a:ext cx="293084" cy="293084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8FC3248-84AA-BB0B-F1B0-68EC2716DDE1}"/>
                </a:ext>
              </a:extLst>
            </p:cNvPr>
            <p:cNvGrpSpPr/>
            <p:nvPr/>
          </p:nvGrpSpPr>
          <p:grpSpPr>
            <a:xfrm>
              <a:off x="1741908" y="2165498"/>
              <a:ext cx="980131" cy="401020"/>
              <a:chOff x="1820486" y="2165498"/>
              <a:chExt cx="980131" cy="401020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BACD1DA-E17A-35D9-BC32-70029026CB59}"/>
                  </a:ext>
                </a:extLst>
              </p:cNvPr>
              <p:cNvSpPr txBox="1"/>
              <p:nvPr/>
            </p:nvSpPr>
            <p:spPr>
              <a:xfrm>
                <a:off x="1958176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modeling</a:t>
                </a:r>
              </a:p>
            </p:txBody>
          </p:sp>
          <p:pic>
            <p:nvPicPr>
              <p:cNvPr id="139" name="Graphic 138" descr="Gears outline">
                <a:extLst>
                  <a:ext uri="{FF2B5EF4-FFF2-40B4-BE49-F238E27FC236}">
                    <a16:creationId xmlns:a16="http://schemas.microsoft.com/office/drawing/2014/main" id="{8E7F69FC-9F70-F98D-4C62-013773C95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20486" y="2165498"/>
                <a:ext cx="380592" cy="380592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42CBB21-1D1E-A29A-BE56-77089CA026EB}"/>
                </a:ext>
              </a:extLst>
            </p:cNvPr>
            <p:cNvGrpSpPr/>
            <p:nvPr/>
          </p:nvGrpSpPr>
          <p:grpSpPr>
            <a:xfrm>
              <a:off x="2728378" y="2155739"/>
              <a:ext cx="986230" cy="400110"/>
              <a:chOff x="2903389" y="2165394"/>
              <a:chExt cx="986230" cy="400110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ABD44D8-705E-868A-83E5-7D851E391754}"/>
                  </a:ext>
                </a:extLst>
              </p:cNvPr>
              <p:cNvSpPr txBox="1"/>
              <p:nvPr/>
            </p:nvSpPr>
            <p:spPr>
              <a:xfrm>
                <a:off x="3047178" y="2165394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Geospatial analysis</a:t>
                </a:r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FBD2FB9A-2B98-31CC-BD55-B8FD9481B0F1}"/>
                  </a:ext>
                </a:extLst>
              </p:cNvPr>
              <p:cNvGrpSpPr/>
              <p:nvPr/>
            </p:nvGrpSpPr>
            <p:grpSpPr>
              <a:xfrm>
                <a:off x="2903389" y="2230707"/>
                <a:ext cx="289380" cy="281284"/>
                <a:chOff x="2858932" y="2230707"/>
                <a:chExt cx="289380" cy="281284"/>
              </a:xfrm>
            </p:grpSpPr>
            <p:pic>
              <p:nvPicPr>
                <p:cNvPr id="129" name="Graphic 128" descr="Magnifying glass with solid fill">
                  <a:extLst>
                    <a:ext uri="{FF2B5EF4-FFF2-40B4-BE49-F238E27FC236}">
                      <a16:creationId xmlns:a16="http://schemas.microsoft.com/office/drawing/2014/main" id="{0D1F4F47-370A-33E8-423E-DF7FBF32F7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858932" y="2247634"/>
                  <a:ext cx="188246" cy="188246"/>
                </a:xfrm>
                <a:prstGeom prst="rect">
                  <a:avLst/>
                </a:prstGeom>
              </p:spPr>
            </p:pic>
            <p:pic>
              <p:nvPicPr>
                <p:cNvPr id="130" name="Graphic 129" descr="Treasure Map outline">
                  <a:extLst>
                    <a:ext uri="{FF2B5EF4-FFF2-40B4-BE49-F238E27FC236}">
                      <a16:creationId xmlns:a16="http://schemas.microsoft.com/office/drawing/2014/main" id="{30DA03A6-879E-9B7D-3AC3-0775BA3E0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7028" y="2230707"/>
                  <a:ext cx="281284" cy="2812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AB3D7A1-5F13-A054-FCD0-28F63012FD53}"/>
                </a:ext>
              </a:extLst>
            </p:cNvPr>
            <p:cNvGrpSpPr/>
            <p:nvPr/>
          </p:nvGrpSpPr>
          <p:grpSpPr>
            <a:xfrm>
              <a:off x="3720946" y="2165394"/>
              <a:ext cx="1169228" cy="400110"/>
              <a:chOff x="3720946" y="2165394"/>
              <a:chExt cx="1169228" cy="400110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F0104CB-0475-BA39-001E-4011955CD90A}"/>
                  </a:ext>
                </a:extLst>
              </p:cNvPr>
              <p:cNvSpPr txBox="1"/>
              <p:nvPr/>
            </p:nvSpPr>
            <p:spPr>
              <a:xfrm>
                <a:off x="3921930" y="2165394"/>
                <a:ext cx="9682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 quantification</a:t>
                </a:r>
              </a:p>
            </p:txBody>
          </p:sp>
          <p:pic>
            <p:nvPicPr>
              <p:cNvPr id="115" name="Graphic 114" descr="Normal Distribution outline">
                <a:extLst>
                  <a:ext uri="{FF2B5EF4-FFF2-40B4-BE49-F238E27FC236}">
                    <a16:creationId xmlns:a16="http://schemas.microsoft.com/office/drawing/2014/main" id="{D11FD7C3-5404-9FBF-7AAF-1D41FA916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20946" y="2175199"/>
                <a:ext cx="361190" cy="361190"/>
              </a:xfrm>
              <a:prstGeom prst="rect">
                <a:avLst/>
              </a:prstGeom>
            </p:spPr>
          </p:pic>
        </p:grpSp>
        <p:sp>
          <p:nvSpPr>
            <p:cNvPr id="111" name="Plus Sign 110">
              <a:extLst>
                <a:ext uri="{FF2B5EF4-FFF2-40B4-BE49-F238E27FC236}">
                  <a16:creationId xmlns:a16="http://schemas.microsoft.com/office/drawing/2014/main" id="{729033B2-6C3D-4D89-DBDA-7F8F30BB06E1}"/>
                </a:ext>
              </a:extLst>
            </p:cNvPr>
            <p:cNvSpPr/>
            <p:nvPr/>
          </p:nvSpPr>
          <p:spPr>
            <a:xfrm>
              <a:off x="2567808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Plus Sign 111">
              <a:extLst>
                <a:ext uri="{FF2B5EF4-FFF2-40B4-BE49-F238E27FC236}">
                  <a16:creationId xmlns:a16="http://schemas.microsoft.com/office/drawing/2014/main" id="{7B8C8A44-7581-B867-FA04-7EC321D73DBD}"/>
                </a:ext>
              </a:extLst>
            </p:cNvPr>
            <p:cNvSpPr/>
            <p:nvPr/>
          </p:nvSpPr>
          <p:spPr>
            <a:xfrm>
              <a:off x="3606855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D3943FC1-103B-C8B8-988B-7A6B072C508F}"/>
              </a:ext>
            </a:extLst>
          </p:cNvPr>
          <p:cNvSpPr txBox="1"/>
          <p:nvPr/>
        </p:nvSpPr>
        <p:spPr>
          <a:xfrm>
            <a:off x="2320943" y="4579532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engagement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FB6B3E7-E754-5778-2FCE-F2EC5A26B41A}"/>
              </a:ext>
            </a:extLst>
          </p:cNvPr>
          <p:cNvSpPr txBox="1"/>
          <p:nvPr/>
        </p:nvSpPr>
        <p:spPr>
          <a:xfrm>
            <a:off x="3970056" y="4591657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CB79917-76C7-D321-BF2D-15332584A7F2}"/>
              </a:ext>
            </a:extLst>
          </p:cNvPr>
          <p:cNvCxnSpPr>
            <a:cxnSpLocks/>
          </p:cNvCxnSpPr>
          <p:nvPr/>
        </p:nvCxnSpPr>
        <p:spPr>
          <a:xfrm>
            <a:off x="771258" y="4362831"/>
            <a:ext cx="0" cy="25082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97742E4-185B-CA19-40DC-89FA2FD033F8}"/>
              </a:ext>
            </a:extLst>
          </p:cNvPr>
          <p:cNvCxnSpPr>
            <a:cxnSpLocks/>
          </p:cNvCxnSpPr>
          <p:nvPr/>
        </p:nvCxnSpPr>
        <p:spPr>
          <a:xfrm flipH="1">
            <a:off x="2041419" y="4726569"/>
            <a:ext cx="3079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39C8837-9962-5162-9F0A-5B2099D72AEB}"/>
              </a:ext>
            </a:extLst>
          </p:cNvPr>
          <p:cNvCxnSpPr>
            <a:cxnSpLocks/>
          </p:cNvCxnSpPr>
          <p:nvPr/>
        </p:nvCxnSpPr>
        <p:spPr>
          <a:xfrm flipH="1">
            <a:off x="3746373" y="4726569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F36D70F3-C468-E446-1704-3D1F3B6EAA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38624" y="448824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A8153C7-9AAC-E180-5451-E13803558BF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45330" y="448824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98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28C4-8CCA-17A5-4807-AEBD0D96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05636C15-1E37-B42F-02FE-F42236B9C342}"/>
              </a:ext>
            </a:extLst>
          </p:cNvPr>
          <p:cNvSpPr/>
          <p:nvPr/>
        </p:nvSpPr>
        <p:spPr>
          <a:xfrm>
            <a:off x="86360" y="360680"/>
            <a:ext cx="5811520" cy="502919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6873508-4FF2-E194-C1FD-65D7136BA22F}"/>
              </a:ext>
            </a:extLst>
          </p:cNvPr>
          <p:cNvSpPr/>
          <p:nvPr/>
        </p:nvSpPr>
        <p:spPr>
          <a:xfrm>
            <a:off x="695520" y="2230116"/>
            <a:ext cx="4943292" cy="2474176"/>
          </a:xfrm>
          <a:prstGeom prst="rect">
            <a:avLst/>
          </a:prstGeom>
          <a:solidFill>
            <a:srgbClr val="F7F8F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F23EFE-9871-DA84-B0FD-CEAD435B6BDE}"/>
              </a:ext>
            </a:extLst>
          </p:cNvPr>
          <p:cNvSpPr txBox="1"/>
          <p:nvPr/>
        </p:nvSpPr>
        <p:spPr>
          <a:xfrm rot="16200000">
            <a:off x="-353225" y="1105852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A0EFCA-AFC6-0AF8-9245-4E64BFC2D763}"/>
              </a:ext>
            </a:extLst>
          </p:cNvPr>
          <p:cNvSpPr txBox="1"/>
          <p:nvPr/>
        </p:nvSpPr>
        <p:spPr>
          <a:xfrm rot="16200000">
            <a:off x="-527016" y="3465802"/>
            <a:ext cx="181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plan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9ACEA98-BFEB-1E4A-9A23-82BA250398A2}"/>
              </a:ext>
            </a:extLst>
          </p:cNvPr>
          <p:cNvGrpSpPr>
            <a:grpSpLocks noChangeAspect="1"/>
          </p:cNvGrpSpPr>
          <p:nvPr/>
        </p:nvGrpSpPr>
        <p:grpSpPr>
          <a:xfrm>
            <a:off x="2432143" y="619860"/>
            <a:ext cx="1470046" cy="1280160"/>
            <a:chOff x="444510" y="1459564"/>
            <a:chExt cx="1387996" cy="126933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860799B-CB77-8DFA-5160-9603BCDBE3ED}"/>
                </a:ext>
              </a:extLst>
            </p:cNvPr>
            <p:cNvSpPr/>
            <p:nvPr/>
          </p:nvSpPr>
          <p:spPr>
            <a:xfrm>
              <a:off x="695594" y="1814495"/>
              <a:ext cx="442915" cy="494808"/>
            </a:xfrm>
            <a:custGeom>
              <a:avLst/>
              <a:gdLst>
                <a:gd name="csX0" fmla="*/ 206117 w 442915"/>
                <a:gd name="csY0" fmla="*/ 0 h 494808"/>
                <a:gd name="csX1" fmla="*/ 384080 w 442915"/>
                <a:gd name="csY1" fmla="*/ 35929 h 494808"/>
                <a:gd name="csX2" fmla="*/ 442915 w 442915"/>
                <a:gd name="csY2" fmla="*/ 67863 h 494808"/>
                <a:gd name="csX3" fmla="*/ 424087 w 442915"/>
                <a:gd name="csY3" fmla="*/ 78082 h 494808"/>
                <a:gd name="csX4" fmla="*/ 222512 w 442915"/>
                <a:gd name="csY4" fmla="*/ 457200 h 494808"/>
                <a:gd name="csX5" fmla="*/ 226303 w 442915"/>
                <a:gd name="csY5" fmla="*/ 494808 h 494808"/>
                <a:gd name="csX6" fmla="*/ 201575 w 442915"/>
                <a:gd name="csY6" fmla="*/ 481386 h 494808"/>
                <a:gd name="csX7" fmla="*/ 0 w 442915"/>
                <a:gd name="csY7" fmla="*/ 102268 h 494808"/>
                <a:gd name="csX8" fmla="*/ 5445 w 442915"/>
                <a:gd name="csY8" fmla="*/ 48255 h 494808"/>
                <a:gd name="csX9" fmla="*/ 28154 w 442915"/>
                <a:gd name="csY9" fmla="*/ 35929 h 494808"/>
                <a:gd name="csX10" fmla="*/ 206117 w 442915"/>
                <a:gd name="csY10" fmla="*/ 0 h 49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2915" h="494808">
                  <a:moveTo>
                    <a:pt x="206117" y="0"/>
                  </a:moveTo>
                  <a:cubicBezTo>
                    <a:pt x="269243" y="0"/>
                    <a:pt x="329381" y="12794"/>
                    <a:pt x="384080" y="35929"/>
                  </a:cubicBezTo>
                  <a:lnTo>
                    <a:pt x="442915" y="67863"/>
                  </a:lnTo>
                  <a:lnTo>
                    <a:pt x="424087" y="78082"/>
                  </a:lnTo>
                  <a:cubicBezTo>
                    <a:pt x="302471" y="160245"/>
                    <a:pt x="222512" y="299385"/>
                    <a:pt x="222512" y="457200"/>
                  </a:cubicBezTo>
                  <a:lnTo>
                    <a:pt x="226303" y="494808"/>
                  </a:lnTo>
                  <a:lnTo>
                    <a:pt x="201575" y="481386"/>
                  </a:lnTo>
                  <a:cubicBezTo>
                    <a:pt x="79959" y="399224"/>
                    <a:pt x="0" y="260084"/>
                    <a:pt x="0" y="102268"/>
                  </a:cubicBezTo>
                  <a:lnTo>
                    <a:pt x="5445" y="48255"/>
                  </a:lnTo>
                  <a:lnTo>
                    <a:pt x="28154" y="35929"/>
                  </a:lnTo>
                  <a:cubicBezTo>
                    <a:pt x="82853" y="12794"/>
                    <a:pt x="142991" y="0"/>
                    <a:pt x="206117" y="0"/>
                  </a:cubicBezTo>
                  <a:close/>
                </a:path>
              </a:pathLst>
            </a:custGeom>
            <a:solidFill>
              <a:srgbClr val="D6EEEE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EAE24A-9431-92C8-3BB3-56987ECD940E}"/>
                </a:ext>
              </a:extLst>
            </p:cNvPr>
            <p:cNvSpPr/>
            <p:nvPr/>
          </p:nvSpPr>
          <p:spPr>
            <a:xfrm>
              <a:off x="1138509" y="1814496"/>
              <a:ext cx="471485" cy="511213"/>
            </a:xfrm>
            <a:custGeom>
              <a:avLst/>
              <a:gdLst>
                <a:gd name="csX0" fmla="*/ 236797 w 471485"/>
                <a:gd name="csY0" fmla="*/ 0 h 511213"/>
                <a:gd name="csX1" fmla="*/ 414760 w 471485"/>
                <a:gd name="csY1" fmla="*/ 35929 h 511213"/>
                <a:gd name="csX2" fmla="*/ 467694 w 471485"/>
                <a:gd name="csY2" fmla="*/ 64660 h 511213"/>
                <a:gd name="csX3" fmla="*/ 471485 w 471485"/>
                <a:gd name="csY3" fmla="*/ 102268 h 511213"/>
                <a:gd name="csX4" fmla="*/ 269910 w 471485"/>
                <a:gd name="csY4" fmla="*/ 481386 h 511213"/>
                <a:gd name="csX5" fmla="*/ 214957 w 471485"/>
                <a:gd name="csY5" fmla="*/ 511213 h 511213"/>
                <a:gd name="csX6" fmla="*/ 220402 w 471485"/>
                <a:gd name="csY6" fmla="*/ 457200 h 511213"/>
                <a:gd name="csX7" fmla="*/ 18827 w 471485"/>
                <a:gd name="csY7" fmla="*/ 78082 h 511213"/>
                <a:gd name="csX8" fmla="*/ 0 w 471485"/>
                <a:gd name="csY8" fmla="*/ 67863 h 511213"/>
                <a:gd name="csX9" fmla="*/ 58834 w 471485"/>
                <a:gd name="csY9" fmla="*/ 35929 h 511213"/>
                <a:gd name="csX10" fmla="*/ 236797 w 471485"/>
                <a:gd name="csY10" fmla="*/ 0 h 5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1485" h="511213">
                  <a:moveTo>
                    <a:pt x="236797" y="0"/>
                  </a:moveTo>
                  <a:cubicBezTo>
                    <a:pt x="299923" y="0"/>
                    <a:pt x="360061" y="12794"/>
                    <a:pt x="414760" y="35929"/>
                  </a:cubicBezTo>
                  <a:lnTo>
                    <a:pt x="467694" y="64660"/>
                  </a:lnTo>
                  <a:lnTo>
                    <a:pt x="471485" y="102268"/>
                  </a:lnTo>
                  <a:cubicBezTo>
                    <a:pt x="471485" y="260084"/>
                    <a:pt x="391526" y="399224"/>
                    <a:pt x="269910" y="481386"/>
                  </a:cubicBezTo>
                  <a:lnTo>
                    <a:pt x="214957" y="511213"/>
                  </a:lnTo>
                  <a:lnTo>
                    <a:pt x="220402" y="457200"/>
                  </a:lnTo>
                  <a:cubicBezTo>
                    <a:pt x="220402" y="299385"/>
                    <a:pt x="140443" y="160245"/>
                    <a:pt x="18827" y="78082"/>
                  </a:cubicBezTo>
                  <a:lnTo>
                    <a:pt x="0" y="67863"/>
                  </a:lnTo>
                  <a:lnTo>
                    <a:pt x="58834" y="35929"/>
                  </a:lnTo>
                  <a:cubicBezTo>
                    <a:pt x="113533" y="12794"/>
                    <a:pt x="173671" y="0"/>
                    <a:pt x="236797" y="0"/>
                  </a:cubicBezTo>
                  <a:close/>
                </a:path>
              </a:pathLst>
            </a:custGeom>
            <a:solidFill>
              <a:srgbClr val="E0E2BA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7993481-D608-77AB-E129-BEBCFAC506FD}"/>
                </a:ext>
              </a:extLst>
            </p:cNvPr>
            <p:cNvSpPr/>
            <p:nvPr/>
          </p:nvSpPr>
          <p:spPr>
            <a:xfrm>
              <a:off x="921897" y="2309304"/>
              <a:ext cx="431569" cy="351729"/>
            </a:xfrm>
            <a:custGeom>
              <a:avLst/>
              <a:gdLst>
                <a:gd name="csX0" fmla="*/ 0 w 431569"/>
                <a:gd name="csY0" fmla="*/ 0 h 351729"/>
                <a:gd name="csX1" fmla="*/ 52934 w 431569"/>
                <a:gd name="csY1" fmla="*/ 28731 h 351729"/>
                <a:gd name="csX2" fmla="*/ 230897 w 431569"/>
                <a:gd name="csY2" fmla="*/ 64660 h 351729"/>
                <a:gd name="csX3" fmla="*/ 408860 w 431569"/>
                <a:gd name="csY3" fmla="*/ 28731 h 351729"/>
                <a:gd name="csX4" fmla="*/ 431569 w 431569"/>
                <a:gd name="csY4" fmla="*/ 16405 h 351729"/>
                <a:gd name="csX5" fmla="*/ 427725 w 431569"/>
                <a:gd name="csY5" fmla="*/ 54534 h 351729"/>
                <a:gd name="csX6" fmla="*/ 235439 w 431569"/>
                <a:gd name="csY6" fmla="*/ 341510 h 351729"/>
                <a:gd name="csX7" fmla="*/ 216612 w 431569"/>
                <a:gd name="csY7" fmla="*/ 351729 h 351729"/>
                <a:gd name="csX8" fmla="*/ 197784 w 431569"/>
                <a:gd name="csY8" fmla="*/ 341510 h 351729"/>
                <a:gd name="csX9" fmla="*/ 5498 w 431569"/>
                <a:gd name="csY9" fmla="*/ 54534 h 351729"/>
                <a:gd name="csX10" fmla="*/ 0 w 431569"/>
                <a:gd name="csY10" fmla="*/ 0 h 351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31569" h="351729">
                  <a:moveTo>
                    <a:pt x="0" y="0"/>
                  </a:moveTo>
                  <a:lnTo>
                    <a:pt x="52934" y="28731"/>
                  </a:lnTo>
                  <a:cubicBezTo>
                    <a:pt x="107633" y="51867"/>
                    <a:pt x="167771" y="64660"/>
                    <a:pt x="230897" y="64660"/>
                  </a:cubicBezTo>
                  <a:cubicBezTo>
                    <a:pt x="294023" y="64660"/>
                    <a:pt x="354161" y="51867"/>
                    <a:pt x="408860" y="28731"/>
                  </a:cubicBezTo>
                  <a:lnTo>
                    <a:pt x="431569" y="16405"/>
                  </a:lnTo>
                  <a:lnTo>
                    <a:pt x="427725" y="54534"/>
                  </a:lnTo>
                  <a:cubicBezTo>
                    <a:pt x="403364" y="173585"/>
                    <a:pt x="332732" y="275780"/>
                    <a:pt x="235439" y="341510"/>
                  </a:cubicBezTo>
                  <a:lnTo>
                    <a:pt x="216612" y="351729"/>
                  </a:lnTo>
                  <a:lnTo>
                    <a:pt x="197784" y="341510"/>
                  </a:lnTo>
                  <a:cubicBezTo>
                    <a:pt x="100491" y="275780"/>
                    <a:pt x="29859" y="173585"/>
                    <a:pt x="5498" y="5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DB7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7301AA7-608A-E64C-3CDC-92D16ABD3B98}"/>
                </a:ext>
              </a:extLst>
            </p:cNvPr>
            <p:cNvSpPr/>
            <p:nvPr/>
          </p:nvSpPr>
          <p:spPr>
            <a:xfrm>
              <a:off x="701038" y="1459564"/>
              <a:ext cx="905164" cy="422795"/>
            </a:xfrm>
            <a:custGeom>
              <a:avLst/>
              <a:gdLst>
                <a:gd name="csX0" fmla="*/ 451755 w 905164"/>
                <a:gd name="csY0" fmla="*/ 0 h 422795"/>
                <a:gd name="csX1" fmla="*/ 899666 w 905164"/>
                <a:gd name="csY1" fmla="*/ 365058 h 422795"/>
                <a:gd name="csX2" fmla="*/ 905164 w 905164"/>
                <a:gd name="csY2" fmla="*/ 419592 h 422795"/>
                <a:gd name="csX3" fmla="*/ 852230 w 905164"/>
                <a:gd name="csY3" fmla="*/ 390861 h 422795"/>
                <a:gd name="csX4" fmla="*/ 674267 w 905164"/>
                <a:gd name="csY4" fmla="*/ 354932 h 422795"/>
                <a:gd name="csX5" fmla="*/ 496304 w 905164"/>
                <a:gd name="csY5" fmla="*/ 390861 h 422795"/>
                <a:gd name="csX6" fmla="*/ 437470 w 905164"/>
                <a:gd name="csY6" fmla="*/ 422795 h 422795"/>
                <a:gd name="csX7" fmla="*/ 378635 w 905164"/>
                <a:gd name="csY7" fmla="*/ 390861 h 422795"/>
                <a:gd name="csX8" fmla="*/ 200672 w 905164"/>
                <a:gd name="csY8" fmla="*/ 354932 h 422795"/>
                <a:gd name="csX9" fmla="*/ 22709 w 905164"/>
                <a:gd name="csY9" fmla="*/ 390861 h 422795"/>
                <a:gd name="csX10" fmla="*/ 0 w 905164"/>
                <a:gd name="csY10" fmla="*/ 403187 h 422795"/>
                <a:gd name="csX11" fmla="*/ 3844 w 905164"/>
                <a:gd name="csY11" fmla="*/ 365058 h 422795"/>
                <a:gd name="csX12" fmla="*/ 451755 w 905164"/>
                <a:gd name="csY12" fmla="*/ 0 h 42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05164" h="422795">
                  <a:moveTo>
                    <a:pt x="451755" y="0"/>
                  </a:moveTo>
                  <a:cubicBezTo>
                    <a:pt x="672697" y="0"/>
                    <a:pt x="857034" y="156720"/>
                    <a:pt x="899666" y="365058"/>
                  </a:cubicBezTo>
                  <a:lnTo>
                    <a:pt x="905164" y="419592"/>
                  </a:lnTo>
                  <a:lnTo>
                    <a:pt x="852230" y="390861"/>
                  </a:lnTo>
                  <a:cubicBezTo>
                    <a:pt x="797531" y="367726"/>
                    <a:pt x="737393" y="354932"/>
                    <a:pt x="674267" y="354932"/>
                  </a:cubicBezTo>
                  <a:cubicBezTo>
                    <a:pt x="611141" y="354932"/>
                    <a:pt x="551003" y="367726"/>
                    <a:pt x="496304" y="390861"/>
                  </a:cubicBezTo>
                  <a:lnTo>
                    <a:pt x="437470" y="422795"/>
                  </a:lnTo>
                  <a:lnTo>
                    <a:pt x="378635" y="390861"/>
                  </a:lnTo>
                  <a:cubicBezTo>
                    <a:pt x="323936" y="367726"/>
                    <a:pt x="263798" y="354932"/>
                    <a:pt x="200672" y="354932"/>
                  </a:cubicBezTo>
                  <a:cubicBezTo>
                    <a:pt x="137546" y="354932"/>
                    <a:pt x="77408" y="367726"/>
                    <a:pt x="22709" y="390861"/>
                  </a:cubicBezTo>
                  <a:lnTo>
                    <a:pt x="0" y="403187"/>
                  </a:lnTo>
                  <a:lnTo>
                    <a:pt x="3844" y="365058"/>
                  </a:lnTo>
                  <a:cubicBezTo>
                    <a:pt x="46476" y="156720"/>
                    <a:pt x="230813" y="0"/>
                    <a:pt x="45175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81F94C8-70FC-5B56-DEA4-456F7B6F296C}"/>
                </a:ext>
              </a:extLst>
            </p:cNvPr>
            <p:cNvSpPr/>
            <p:nvPr/>
          </p:nvSpPr>
          <p:spPr>
            <a:xfrm>
              <a:off x="444510" y="1862751"/>
              <a:ext cx="693998" cy="866145"/>
            </a:xfrm>
            <a:custGeom>
              <a:avLst/>
              <a:gdLst>
                <a:gd name="csX0" fmla="*/ 256528 w 693998"/>
                <a:gd name="csY0" fmla="*/ 0 h 866145"/>
                <a:gd name="csX1" fmla="*/ 251083 w 693998"/>
                <a:gd name="csY1" fmla="*/ 54013 h 866145"/>
                <a:gd name="csX2" fmla="*/ 452658 w 693998"/>
                <a:gd name="csY2" fmla="*/ 433131 h 866145"/>
                <a:gd name="csX3" fmla="*/ 477386 w 693998"/>
                <a:gd name="csY3" fmla="*/ 446553 h 866145"/>
                <a:gd name="csX4" fmla="*/ 482884 w 693998"/>
                <a:gd name="csY4" fmla="*/ 501087 h 866145"/>
                <a:gd name="csX5" fmla="*/ 675170 w 693998"/>
                <a:gd name="csY5" fmla="*/ 788063 h 866145"/>
                <a:gd name="csX6" fmla="*/ 693998 w 693998"/>
                <a:gd name="csY6" fmla="*/ 798282 h 866145"/>
                <a:gd name="csX7" fmla="*/ 635163 w 693998"/>
                <a:gd name="csY7" fmla="*/ 830216 h 866145"/>
                <a:gd name="csX8" fmla="*/ 457200 w 693998"/>
                <a:gd name="csY8" fmla="*/ 866145 h 866145"/>
                <a:gd name="csX9" fmla="*/ 0 w 693998"/>
                <a:gd name="csY9" fmla="*/ 408945 h 866145"/>
                <a:gd name="csX10" fmla="*/ 201575 w 693998"/>
                <a:gd name="csY10" fmla="*/ 29827 h 866145"/>
                <a:gd name="csX11" fmla="*/ 256528 w 693998"/>
                <a:gd name="csY11" fmla="*/ 0 h 866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8" h="866145">
                  <a:moveTo>
                    <a:pt x="256528" y="0"/>
                  </a:moveTo>
                  <a:lnTo>
                    <a:pt x="251083" y="54013"/>
                  </a:lnTo>
                  <a:cubicBezTo>
                    <a:pt x="251083" y="211829"/>
                    <a:pt x="331042" y="350969"/>
                    <a:pt x="452658" y="433131"/>
                  </a:cubicBezTo>
                  <a:lnTo>
                    <a:pt x="477386" y="446553"/>
                  </a:lnTo>
                  <a:lnTo>
                    <a:pt x="482884" y="501087"/>
                  </a:lnTo>
                  <a:cubicBezTo>
                    <a:pt x="507245" y="620138"/>
                    <a:pt x="577877" y="722333"/>
                    <a:pt x="675170" y="788063"/>
                  </a:cubicBezTo>
                  <a:lnTo>
                    <a:pt x="693998" y="798282"/>
                  </a:lnTo>
                  <a:lnTo>
                    <a:pt x="635163" y="830216"/>
                  </a:lnTo>
                  <a:cubicBezTo>
                    <a:pt x="580464" y="853352"/>
                    <a:pt x="520326" y="866145"/>
                    <a:pt x="457200" y="866145"/>
                  </a:cubicBezTo>
                  <a:cubicBezTo>
                    <a:pt x="204695" y="866145"/>
                    <a:pt x="0" y="661450"/>
                    <a:pt x="0" y="408945"/>
                  </a:cubicBezTo>
                  <a:cubicBezTo>
                    <a:pt x="0" y="251130"/>
                    <a:pt x="79959" y="111990"/>
                    <a:pt x="201575" y="29827"/>
                  </a:cubicBezTo>
                  <a:lnTo>
                    <a:pt x="256528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3155B9-52BA-3110-64F8-336F953FF39C}"/>
                </a:ext>
              </a:extLst>
            </p:cNvPr>
            <p:cNvSpPr/>
            <p:nvPr/>
          </p:nvSpPr>
          <p:spPr>
            <a:xfrm>
              <a:off x="1138509" y="1879155"/>
              <a:ext cx="693997" cy="849740"/>
            </a:xfrm>
            <a:custGeom>
              <a:avLst/>
              <a:gdLst>
                <a:gd name="csX0" fmla="*/ 467694 w 693997"/>
                <a:gd name="csY0" fmla="*/ 0 h 849740"/>
                <a:gd name="csX1" fmla="*/ 492422 w 693997"/>
                <a:gd name="csY1" fmla="*/ 13422 h 849740"/>
                <a:gd name="csX2" fmla="*/ 693997 w 693997"/>
                <a:gd name="csY2" fmla="*/ 392540 h 849740"/>
                <a:gd name="csX3" fmla="*/ 236797 w 693997"/>
                <a:gd name="csY3" fmla="*/ 849740 h 849740"/>
                <a:gd name="csX4" fmla="*/ 58834 w 693997"/>
                <a:gd name="csY4" fmla="*/ 813811 h 849740"/>
                <a:gd name="csX5" fmla="*/ 0 w 693997"/>
                <a:gd name="csY5" fmla="*/ 781877 h 849740"/>
                <a:gd name="csX6" fmla="*/ 18827 w 693997"/>
                <a:gd name="csY6" fmla="*/ 771658 h 849740"/>
                <a:gd name="csX7" fmla="*/ 211113 w 693997"/>
                <a:gd name="csY7" fmla="*/ 484682 h 849740"/>
                <a:gd name="csX8" fmla="*/ 214957 w 693997"/>
                <a:gd name="csY8" fmla="*/ 446553 h 849740"/>
                <a:gd name="csX9" fmla="*/ 269910 w 693997"/>
                <a:gd name="csY9" fmla="*/ 416726 h 849740"/>
                <a:gd name="csX10" fmla="*/ 471485 w 693997"/>
                <a:gd name="csY10" fmla="*/ 37608 h 849740"/>
                <a:gd name="csX11" fmla="*/ 467694 w 693997"/>
                <a:gd name="csY11" fmla="*/ 0 h 849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7" h="849740">
                  <a:moveTo>
                    <a:pt x="467694" y="0"/>
                  </a:moveTo>
                  <a:lnTo>
                    <a:pt x="492422" y="13422"/>
                  </a:lnTo>
                  <a:cubicBezTo>
                    <a:pt x="614038" y="95585"/>
                    <a:pt x="693997" y="234725"/>
                    <a:pt x="693997" y="392540"/>
                  </a:cubicBezTo>
                  <a:cubicBezTo>
                    <a:pt x="693997" y="645045"/>
                    <a:pt x="489302" y="849740"/>
                    <a:pt x="236797" y="849740"/>
                  </a:cubicBezTo>
                  <a:cubicBezTo>
                    <a:pt x="173671" y="849740"/>
                    <a:pt x="113533" y="836947"/>
                    <a:pt x="58834" y="813811"/>
                  </a:cubicBezTo>
                  <a:lnTo>
                    <a:pt x="0" y="781877"/>
                  </a:lnTo>
                  <a:lnTo>
                    <a:pt x="18827" y="771658"/>
                  </a:lnTo>
                  <a:cubicBezTo>
                    <a:pt x="116120" y="705928"/>
                    <a:pt x="186752" y="603733"/>
                    <a:pt x="211113" y="484682"/>
                  </a:cubicBezTo>
                  <a:lnTo>
                    <a:pt x="214957" y="446553"/>
                  </a:lnTo>
                  <a:lnTo>
                    <a:pt x="269910" y="416726"/>
                  </a:lnTo>
                  <a:cubicBezTo>
                    <a:pt x="391526" y="334564"/>
                    <a:pt x="471485" y="195424"/>
                    <a:pt x="471485" y="37608"/>
                  </a:cubicBezTo>
                  <a:lnTo>
                    <a:pt x="467694" y="0"/>
                  </a:lnTo>
                  <a:close/>
                </a:path>
              </a:pathLst>
            </a:custGeom>
            <a:solidFill>
              <a:srgbClr val="FFC00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5363A3A-9CFC-34FD-FEBD-140DD00CB232}"/>
                </a:ext>
              </a:extLst>
            </p:cNvPr>
            <p:cNvSpPr/>
            <p:nvPr/>
          </p:nvSpPr>
          <p:spPr>
            <a:xfrm>
              <a:off x="918106" y="1882359"/>
              <a:ext cx="440805" cy="491605"/>
            </a:xfrm>
            <a:custGeom>
              <a:avLst/>
              <a:gdLst>
                <a:gd name="csX0" fmla="*/ 220403 w 440805"/>
                <a:gd name="csY0" fmla="*/ 0 h 491605"/>
                <a:gd name="csX1" fmla="*/ 239230 w 440805"/>
                <a:gd name="csY1" fmla="*/ 10219 h 491605"/>
                <a:gd name="csX2" fmla="*/ 440805 w 440805"/>
                <a:gd name="csY2" fmla="*/ 389337 h 491605"/>
                <a:gd name="csX3" fmla="*/ 435360 w 440805"/>
                <a:gd name="csY3" fmla="*/ 443350 h 491605"/>
                <a:gd name="csX4" fmla="*/ 412651 w 440805"/>
                <a:gd name="csY4" fmla="*/ 455676 h 491605"/>
                <a:gd name="csX5" fmla="*/ 234688 w 440805"/>
                <a:gd name="csY5" fmla="*/ 491605 h 491605"/>
                <a:gd name="csX6" fmla="*/ 56725 w 440805"/>
                <a:gd name="csY6" fmla="*/ 455676 h 491605"/>
                <a:gd name="csX7" fmla="*/ 3791 w 440805"/>
                <a:gd name="csY7" fmla="*/ 426945 h 491605"/>
                <a:gd name="csX8" fmla="*/ 0 w 440805"/>
                <a:gd name="csY8" fmla="*/ 389337 h 491605"/>
                <a:gd name="csX9" fmla="*/ 201575 w 440805"/>
                <a:gd name="csY9" fmla="*/ 10219 h 491605"/>
                <a:gd name="csX10" fmla="*/ 220403 w 440805"/>
                <a:gd name="csY10" fmla="*/ 0 h 4916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805" h="491605">
                  <a:moveTo>
                    <a:pt x="220403" y="0"/>
                  </a:moveTo>
                  <a:lnTo>
                    <a:pt x="239230" y="10219"/>
                  </a:lnTo>
                  <a:cubicBezTo>
                    <a:pt x="360846" y="92382"/>
                    <a:pt x="440805" y="231522"/>
                    <a:pt x="440805" y="389337"/>
                  </a:cubicBezTo>
                  <a:lnTo>
                    <a:pt x="435360" y="443350"/>
                  </a:lnTo>
                  <a:lnTo>
                    <a:pt x="412651" y="455676"/>
                  </a:lnTo>
                  <a:cubicBezTo>
                    <a:pt x="357952" y="478812"/>
                    <a:pt x="297814" y="491605"/>
                    <a:pt x="234688" y="491605"/>
                  </a:cubicBezTo>
                  <a:cubicBezTo>
                    <a:pt x="171562" y="491605"/>
                    <a:pt x="111424" y="478812"/>
                    <a:pt x="56725" y="455676"/>
                  </a:cubicBezTo>
                  <a:lnTo>
                    <a:pt x="3791" y="426945"/>
                  </a:lnTo>
                  <a:lnTo>
                    <a:pt x="0" y="389337"/>
                  </a:lnTo>
                  <a:cubicBezTo>
                    <a:pt x="0" y="231522"/>
                    <a:pt x="79959" y="92382"/>
                    <a:pt x="201575" y="10219"/>
                  </a:cubicBezTo>
                  <a:lnTo>
                    <a:pt x="220403" y="0"/>
                  </a:lnTo>
                  <a:close/>
                </a:path>
              </a:pathLst>
            </a:custGeom>
            <a:pattFill prst="wd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5EAAF9E-6478-D9DF-D544-43DCC6DD328C}"/>
              </a:ext>
            </a:extLst>
          </p:cNvPr>
          <p:cNvSpPr txBox="1"/>
          <p:nvPr/>
        </p:nvSpPr>
        <p:spPr>
          <a:xfrm>
            <a:off x="1624150" y="688302"/>
            <a:ext cx="14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management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C88E50-9E5B-914C-6296-C884DEF808B4}"/>
              </a:ext>
            </a:extLst>
          </p:cNvPr>
          <p:cNvSpPr txBox="1"/>
          <p:nvPr/>
        </p:nvSpPr>
        <p:spPr>
          <a:xfrm>
            <a:off x="1947303" y="1489068"/>
            <a:ext cx="66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55F8A8-205E-7205-9C58-87AC104F9974}"/>
              </a:ext>
            </a:extLst>
          </p:cNvPr>
          <p:cNvSpPr txBox="1"/>
          <p:nvPr/>
        </p:nvSpPr>
        <p:spPr>
          <a:xfrm>
            <a:off x="3640465" y="1522829"/>
            <a:ext cx="1298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Climate-change adaptation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A244C206-001E-B557-74E6-68E713088815}"/>
              </a:ext>
            </a:extLst>
          </p:cNvPr>
          <p:cNvGrpSpPr/>
          <p:nvPr/>
        </p:nvGrpSpPr>
        <p:grpSpPr>
          <a:xfrm>
            <a:off x="1143102" y="4016544"/>
            <a:ext cx="4114800" cy="246221"/>
            <a:chOff x="1249222" y="4008077"/>
            <a:chExt cx="4114800" cy="24622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0A9D1F8-319C-9762-041D-1A74A95B209D}"/>
                </a:ext>
              </a:extLst>
            </p:cNvPr>
            <p:cNvSpPr/>
            <p:nvPr/>
          </p:nvSpPr>
          <p:spPr>
            <a:xfrm>
              <a:off x="1249222" y="4053803"/>
              <a:ext cx="4114800" cy="179132"/>
            </a:xfrm>
            <a:prstGeom prst="rect">
              <a:avLst/>
            </a:prstGeom>
            <a:solidFill>
              <a:srgbClr val="E4D8B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2B73CCF-23E4-A93B-3E0A-DA3E97C4AFDC}"/>
                </a:ext>
              </a:extLst>
            </p:cNvPr>
            <p:cNvSpPr txBox="1"/>
            <p:nvPr/>
          </p:nvSpPr>
          <p:spPr>
            <a:xfrm>
              <a:off x="1249222" y="4008077"/>
              <a:ext cx="40939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Methodological foundation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391108-A3CA-CD1C-671F-C07AF943AD67}"/>
              </a:ext>
            </a:extLst>
          </p:cNvPr>
          <p:cNvGrpSpPr/>
          <p:nvPr/>
        </p:nvGrpSpPr>
        <p:grpSpPr>
          <a:xfrm>
            <a:off x="981464" y="2186270"/>
            <a:ext cx="4371405" cy="219240"/>
            <a:chOff x="1360701" y="3794927"/>
            <a:chExt cx="4371405" cy="2192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084E7C-F809-F751-B35F-244069519F27}"/>
                </a:ext>
              </a:extLst>
            </p:cNvPr>
            <p:cNvSpPr/>
            <p:nvPr/>
          </p:nvSpPr>
          <p:spPr>
            <a:xfrm>
              <a:off x="1417850" y="3838773"/>
              <a:ext cx="4247127" cy="14129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3DDE4E-AD0B-D7D5-42F2-717EFABA7368}"/>
                </a:ext>
              </a:extLst>
            </p:cNvPr>
            <p:cNvSpPr txBox="1"/>
            <p:nvPr/>
          </p:nvSpPr>
          <p:spPr>
            <a:xfrm>
              <a:off x="1360701" y="3794927"/>
              <a:ext cx="8995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Short-term goals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C75193-7B94-4820-C7CC-B953E4974F32}"/>
                </a:ext>
              </a:extLst>
            </p:cNvPr>
            <p:cNvSpPr txBox="1"/>
            <p:nvPr/>
          </p:nvSpPr>
          <p:spPr>
            <a:xfrm>
              <a:off x="4832597" y="3798723"/>
              <a:ext cx="8995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Long-term goals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B612EE7-E55F-7AC0-3AF2-EF590EC5DC70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2260210" y="3902649"/>
              <a:ext cx="2572387" cy="3796"/>
            </a:xfrm>
            <a:prstGeom prst="straightConnector1">
              <a:avLst/>
            </a:prstGeom>
            <a:ln>
              <a:solidFill>
                <a:srgbClr val="3C7A89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97296BE8-D799-93CC-2036-E793C33BB2BD}"/>
              </a:ext>
            </a:extLst>
          </p:cNvPr>
          <p:cNvSpPr txBox="1"/>
          <p:nvPr/>
        </p:nvSpPr>
        <p:spPr>
          <a:xfrm>
            <a:off x="684419" y="4864012"/>
            <a:ext cx="1463998" cy="400110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industrial collaboration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C6029-CCE2-F87F-07BD-E17164BD0EFF}"/>
              </a:ext>
            </a:extLst>
          </p:cNvPr>
          <p:cNvCxnSpPr>
            <a:cxnSpLocks/>
          </p:cNvCxnSpPr>
          <p:nvPr/>
        </p:nvCxnSpPr>
        <p:spPr>
          <a:xfrm>
            <a:off x="122767" y="1944158"/>
            <a:ext cx="56504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D8C7A8B-A749-B173-B2B2-C46AE10D0E4E}"/>
              </a:ext>
            </a:extLst>
          </p:cNvPr>
          <p:cNvGrpSpPr/>
          <p:nvPr/>
        </p:nvGrpSpPr>
        <p:grpSpPr>
          <a:xfrm>
            <a:off x="561126" y="2011419"/>
            <a:ext cx="5212080" cy="246221"/>
            <a:chOff x="679659" y="2002952"/>
            <a:chExt cx="5212080" cy="2462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150E8C-DAF1-E74B-C1D2-A376FB8F4FB2}"/>
                </a:ext>
              </a:extLst>
            </p:cNvPr>
            <p:cNvSpPr/>
            <p:nvPr/>
          </p:nvSpPr>
          <p:spPr>
            <a:xfrm>
              <a:off x="679659" y="2048036"/>
              <a:ext cx="5212080" cy="179132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64C39D-58C5-9872-A364-DCEC38A2C97A}"/>
                </a:ext>
              </a:extLst>
            </p:cNvPr>
            <p:cNvSpPr txBox="1"/>
            <p:nvPr/>
          </p:nvSpPr>
          <p:spPr>
            <a:xfrm>
              <a:off x="707586" y="2002952"/>
              <a:ext cx="51564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Over-arching research goal: Probabilistic cross-scale nutrient assessment and management</a:t>
              </a:r>
            </a:p>
          </p:txBody>
        </p:sp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C74AD97A-2339-CDE3-ADF0-E963186A9598}"/>
              </a:ext>
            </a:extLst>
          </p:cNvPr>
          <p:cNvSpPr/>
          <p:nvPr/>
        </p:nvSpPr>
        <p:spPr>
          <a:xfrm>
            <a:off x="3131044" y="1343653"/>
            <a:ext cx="72244" cy="709624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838C0A2-3544-4C3C-25D1-E24A04BFB309}"/>
              </a:ext>
            </a:extLst>
          </p:cNvPr>
          <p:cNvGrpSpPr/>
          <p:nvPr/>
        </p:nvGrpSpPr>
        <p:grpSpPr>
          <a:xfrm>
            <a:off x="1111129" y="2360684"/>
            <a:ext cx="4112075" cy="1622028"/>
            <a:chOff x="1283910" y="2352217"/>
            <a:chExt cx="4112075" cy="16220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586EE17-F1C0-6EF6-A7AB-605FDF32A536}"/>
                </a:ext>
              </a:extLst>
            </p:cNvPr>
            <p:cNvGrpSpPr/>
            <p:nvPr/>
          </p:nvGrpSpPr>
          <p:grpSpPr>
            <a:xfrm>
              <a:off x="1283910" y="2352217"/>
              <a:ext cx="941507" cy="1622028"/>
              <a:chOff x="1794728" y="1329634"/>
              <a:chExt cx="941507" cy="1622028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0D366E22-8B6A-A5C7-057E-3FEB48A51D6C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E6F1F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C18F37B-D29E-C695-AEA0-9BD3AD500322}"/>
                  </a:ext>
                </a:extLst>
              </p:cNvPr>
              <p:cNvSpPr txBox="1"/>
              <p:nvPr/>
            </p:nvSpPr>
            <p:spPr>
              <a:xfrm>
                <a:off x="1794728" y="1591952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Internal nutrient load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21435A-1304-CD5D-0E3F-1F8C097866BE}"/>
                  </a:ext>
                </a:extLst>
              </p:cNvPr>
              <p:cNvSpPr txBox="1"/>
              <p:nvPr/>
            </p:nvSpPr>
            <p:spPr>
              <a:xfrm>
                <a:off x="1804175" y="1991749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Assess eutrophication under changing climate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3DC96F-1A66-7236-E474-AD858C914966}"/>
                  </a:ext>
                </a:extLst>
              </p:cNvPr>
              <p:cNvSpPr txBox="1"/>
              <p:nvPr/>
            </p:nvSpPr>
            <p:spPr>
              <a:xfrm>
                <a:off x="1794728" y="2551691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Co-develop adaptive strategies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4642BC9-8DCE-A71E-44C9-1AE1B2BE3746}"/>
                  </a:ext>
                </a:extLst>
              </p:cNvPr>
              <p:cNvSpPr/>
              <p:nvPr/>
            </p:nvSpPr>
            <p:spPr>
              <a:xfrm>
                <a:off x="1870069" y="1343589"/>
                <a:ext cx="858545" cy="227060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B43026A-B0F2-81CA-026B-8CBF9A7E8063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Waterbodies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26EFB5E-7DBA-6371-EF46-9BD349510027}"/>
                </a:ext>
              </a:extLst>
            </p:cNvPr>
            <p:cNvGrpSpPr/>
            <p:nvPr/>
          </p:nvGrpSpPr>
          <p:grpSpPr>
            <a:xfrm>
              <a:off x="2338900" y="2352217"/>
              <a:ext cx="943373" cy="1622028"/>
              <a:chOff x="1792862" y="1329634"/>
              <a:chExt cx="943373" cy="162202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D2ECAF0-123D-9834-7ADE-4A099691F5B3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CFE3E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43BC3D-87E8-AE5A-1A1E-3029A4B784D0}"/>
                  </a:ext>
                </a:extLst>
              </p:cNvPr>
              <p:cNvSpPr txBox="1"/>
              <p:nvPr/>
            </p:nvSpPr>
            <p:spPr>
              <a:xfrm>
                <a:off x="1792862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Characterize watershed C-N-P loads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D4D45B-7280-BD94-29A0-61D64741D6B5}"/>
                  </a:ext>
                </a:extLst>
              </p:cNvPr>
              <p:cNvSpPr txBox="1"/>
              <p:nvPr/>
            </p:nvSpPr>
            <p:spPr>
              <a:xfrm>
                <a:off x="1802309" y="1991749"/>
                <a:ext cx="92508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 C-N-P export trajectories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F36A45-0DAA-DC0D-4595-E0A6B71B6752}"/>
                  </a:ext>
                </a:extLst>
              </p:cNvPr>
              <p:cNvSpPr txBox="1"/>
              <p:nvPr/>
            </p:nvSpPr>
            <p:spPr>
              <a:xfrm>
                <a:off x="1794728" y="2529698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intervention points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19D21DB-2594-C3EE-94BB-548FF2739D56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E32BAE-A9CD-CB3C-D9C0-DA5AB3BA736B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Watersheds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8FD46C-1F5A-6D2D-427B-268C1D2A58E7}"/>
                </a:ext>
              </a:extLst>
            </p:cNvPr>
            <p:cNvGrpSpPr/>
            <p:nvPr/>
          </p:nvGrpSpPr>
          <p:grpSpPr>
            <a:xfrm>
              <a:off x="3393389" y="2352217"/>
              <a:ext cx="945740" cy="1622028"/>
              <a:chOff x="1790495" y="1329634"/>
              <a:chExt cx="945740" cy="162202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CD1CB50-2564-CC5C-EA8B-631D2B570D3F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A9CCD8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917551-D155-BD63-81C0-38B11745ACF6}"/>
                  </a:ext>
                </a:extLst>
              </p:cNvPr>
              <p:cNvSpPr txBox="1"/>
              <p:nvPr/>
            </p:nvSpPr>
            <p:spPr>
              <a:xfrm>
                <a:off x="1790495" y="159195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state-wide nutrient budgets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58FCA6-9C85-024F-F2B3-7CA5C89D7685}"/>
                  </a:ext>
                </a:extLst>
              </p:cNvPr>
              <p:cNvSpPr txBox="1"/>
              <p:nvPr/>
            </p:nvSpPr>
            <p:spPr>
              <a:xfrm>
                <a:off x="1790495" y="1991749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different eutrophication models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A4F6EB-D3D7-24A0-990B-068F15E28496}"/>
                  </a:ext>
                </a:extLst>
              </p:cNvPr>
              <p:cNvSpPr txBox="1"/>
              <p:nvPr/>
            </p:nvSpPr>
            <p:spPr>
              <a:xfrm>
                <a:off x="1790495" y="2536302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state-wide critical zones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9ABA1BE-ADB7-BD29-E2F7-BF3139B1EA36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599F2D-7138-3AF7-F443-D0E5A60F9557}"/>
                  </a:ext>
                </a:extLst>
              </p:cNvPr>
              <p:cNvSpPr txBox="1"/>
              <p:nvPr/>
            </p:nvSpPr>
            <p:spPr>
              <a:xfrm>
                <a:off x="1836058" y="1329634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Regional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43390EC-2556-662A-B62E-88BCC02C7C2F}"/>
                </a:ext>
              </a:extLst>
            </p:cNvPr>
            <p:cNvGrpSpPr/>
            <p:nvPr/>
          </p:nvGrpSpPr>
          <p:grpSpPr>
            <a:xfrm>
              <a:off x="4446012" y="2354081"/>
              <a:ext cx="949973" cy="1618301"/>
              <a:chOff x="1786262" y="1333361"/>
              <a:chExt cx="949973" cy="1618301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946B95-0ADA-C078-8518-50910BA651B5}"/>
                  </a:ext>
                </a:extLst>
              </p:cNvPr>
              <p:cNvSpPr/>
              <p:nvPr/>
            </p:nvSpPr>
            <p:spPr>
              <a:xfrm>
                <a:off x="1869249" y="1344663"/>
                <a:ext cx="858545" cy="1606999"/>
              </a:xfrm>
              <a:prstGeom prst="rect">
                <a:avLst/>
              </a:prstGeom>
              <a:solidFill>
                <a:srgbClr val="7DAFBE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5D19F4-FF17-6871-0FB2-C85BF76BCEBB}"/>
                  </a:ext>
                </a:extLst>
              </p:cNvPr>
              <p:cNvSpPr txBox="1"/>
              <p:nvPr/>
            </p:nvSpPr>
            <p:spPr>
              <a:xfrm>
                <a:off x="1786262" y="159381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nation-wide nutrient budgets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98C6DFB-124E-EF6A-0EAA-9769B5001802}"/>
                  </a:ext>
                </a:extLst>
              </p:cNvPr>
              <p:cNvSpPr txBox="1"/>
              <p:nvPr/>
            </p:nvSpPr>
            <p:spPr>
              <a:xfrm>
                <a:off x="1786262" y="1993612"/>
                <a:ext cx="9250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ensemble eutrophication models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F1B9FFC-32F8-0BCE-DC27-5A53FE15B1D5}"/>
                  </a:ext>
                </a:extLst>
              </p:cNvPr>
              <p:cNvSpPr txBox="1"/>
              <p:nvPr/>
            </p:nvSpPr>
            <p:spPr>
              <a:xfrm>
                <a:off x="1786262" y="2538165"/>
                <a:ext cx="925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73152">
                  <a:buFont typeface="Arial" panose="020B0604020202020204" pitchFamily="34" charset="0"/>
                  <a:buChar char="•"/>
                </a:pP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nation-wide critical zones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A61EA38-79F9-12D3-C427-42EEF79E689F}"/>
                  </a:ext>
                </a:extLst>
              </p:cNvPr>
              <p:cNvSpPr/>
              <p:nvPr/>
            </p:nvSpPr>
            <p:spPr>
              <a:xfrm>
                <a:off x="1870069" y="1343588"/>
                <a:ext cx="858545" cy="233885"/>
              </a:xfrm>
              <a:prstGeom prst="rect">
                <a:avLst/>
              </a:prstGeom>
              <a:solidFill>
                <a:srgbClr val="184E57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FFE061-07DF-F257-D98B-BBCA826F1E18}"/>
                  </a:ext>
                </a:extLst>
              </p:cNvPr>
              <p:cNvSpPr txBox="1"/>
              <p:nvPr/>
            </p:nvSpPr>
            <p:spPr>
              <a:xfrm>
                <a:off x="1836058" y="1333361"/>
                <a:ext cx="9001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National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A6C5F8-ABD4-7358-1B52-E4A7959A3FF1}"/>
              </a:ext>
            </a:extLst>
          </p:cNvPr>
          <p:cNvGrpSpPr/>
          <p:nvPr/>
        </p:nvGrpSpPr>
        <p:grpSpPr>
          <a:xfrm>
            <a:off x="2045528" y="3325086"/>
            <a:ext cx="2308847" cy="0"/>
            <a:chOff x="2153476" y="3316619"/>
            <a:chExt cx="2308847" cy="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9EA3746-9489-C66C-FE4E-90259AEF39D0}"/>
                </a:ext>
              </a:extLst>
            </p:cNvPr>
            <p:cNvCxnSpPr>
              <a:cxnSpLocks/>
            </p:cNvCxnSpPr>
            <p:nvPr/>
          </p:nvCxnSpPr>
          <p:spPr>
            <a:xfrm>
              <a:off x="2153476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BC594D5-A758-4660-7A04-CF2E656AB911}"/>
                </a:ext>
              </a:extLst>
            </p:cNvPr>
            <p:cNvCxnSpPr>
              <a:cxnSpLocks/>
            </p:cNvCxnSpPr>
            <p:nvPr/>
          </p:nvCxnSpPr>
          <p:spPr>
            <a:xfrm>
              <a:off x="3210610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A077BD3-02B1-D188-7165-4BE93215F217}"/>
                </a:ext>
              </a:extLst>
            </p:cNvPr>
            <p:cNvCxnSpPr>
              <a:cxnSpLocks/>
            </p:cNvCxnSpPr>
            <p:nvPr/>
          </p:nvCxnSpPr>
          <p:spPr>
            <a:xfrm>
              <a:off x="4270299" y="3316619"/>
              <a:ext cx="19202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 w="med" len="sm"/>
              <a:tailEnd type="triangle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8A3D4F9-8692-46E1-C8F0-2D72DAE2A6B3}"/>
              </a:ext>
            </a:extLst>
          </p:cNvPr>
          <p:cNvGrpSpPr/>
          <p:nvPr/>
        </p:nvGrpSpPr>
        <p:grpSpPr>
          <a:xfrm>
            <a:off x="1140827" y="4235162"/>
            <a:ext cx="4119350" cy="410779"/>
            <a:chOff x="770824" y="2155739"/>
            <a:chExt cx="4119350" cy="41077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FF31511-B259-72B1-DE55-8D86305A0037}"/>
                </a:ext>
              </a:extLst>
            </p:cNvPr>
            <p:cNvSpPr/>
            <p:nvPr/>
          </p:nvSpPr>
          <p:spPr>
            <a:xfrm>
              <a:off x="770824" y="2165394"/>
              <a:ext cx="4114800" cy="363102"/>
            </a:xfrm>
            <a:prstGeom prst="rect">
              <a:avLst/>
            </a:prstGeom>
            <a:solidFill>
              <a:srgbClr val="DCE6F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Plus Sign 105">
              <a:extLst>
                <a:ext uri="{FF2B5EF4-FFF2-40B4-BE49-F238E27FC236}">
                  <a16:creationId xmlns:a16="http://schemas.microsoft.com/office/drawing/2014/main" id="{77D10662-1883-5B8A-13ED-E23827FAA7E4}"/>
                </a:ext>
              </a:extLst>
            </p:cNvPr>
            <p:cNvSpPr/>
            <p:nvPr/>
          </p:nvSpPr>
          <p:spPr>
            <a:xfrm>
              <a:off x="1640774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92B4AB9-F789-FFE3-6D64-59FCCDD306B6}"/>
                </a:ext>
              </a:extLst>
            </p:cNvPr>
            <p:cNvGrpSpPr/>
            <p:nvPr/>
          </p:nvGrpSpPr>
          <p:grpSpPr>
            <a:xfrm>
              <a:off x="770824" y="2166408"/>
              <a:ext cx="964745" cy="400110"/>
              <a:chOff x="770824" y="2166408"/>
              <a:chExt cx="964745" cy="400110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31DAB83C-3A39-1AD7-F048-F6015F6CF290}"/>
                  </a:ext>
                </a:extLst>
              </p:cNvPr>
              <p:cNvSpPr txBox="1"/>
              <p:nvPr/>
            </p:nvSpPr>
            <p:spPr>
              <a:xfrm>
                <a:off x="893128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monitoring </a:t>
                </a:r>
              </a:p>
            </p:txBody>
          </p:sp>
          <p:pic>
            <p:nvPicPr>
              <p:cNvPr id="141" name="Graphic 140" descr="Flask outline">
                <a:extLst>
                  <a:ext uri="{FF2B5EF4-FFF2-40B4-BE49-F238E27FC236}">
                    <a16:creationId xmlns:a16="http://schemas.microsoft.com/office/drawing/2014/main" id="{B73DFA14-9995-50B1-19F1-35179A5A2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70824" y="2209252"/>
                <a:ext cx="293084" cy="293084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35EB4CB-DE40-90AE-BDEE-137AC1D5F344}"/>
                </a:ext>
              </a:extLst>
            </p:cNvPr>
            <p:cNvGrpSpPr/>
            <p:nvPr/>
          </p:nvGrpSpPr>
          <p:grpSpPr>
            <a:xfrm>
              <a:off x="1741908" y="2165498"/>
              <a:ext cx="980131" cy="401020"/>
              <a:chOff x="1820486" y="2165498"/>
              <a:chExt cx="980131" cy="401020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848BB1D1-C376-6388-3F39-A9B24C5D2364}"/>
                  </a:ext>
                </a:extLst>
              </p:cNvPr>
              <p:cNvSpPr txBox="1"/>
              <p:nvPr/>
            </p:nvSpPr>
            <p:spPr>
              <a:xfrm>
                <a:off x="1958176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modeling</a:t>
                </a:r>
              </a:p>
            </p:txBody>
          </p:sp>
          <p:pic>
            <p:nvPicPr>
              <p:cNvPr id="139" name="Graphic 138" descr="Gears outline">
                <a:extLst>
                  <a:ext uri="{FF2B5EF4-FFF2-40B4-BE49-F238E27FC236}">
                    <a16:creationId xmlns:a16="http://schemas.microsoft.com/office/drawing/2014/main" id="{35D82ED7-1F0B-52FE-26D0-2BA5204AC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20486" y="2165498"/>
                <a:ext cx="380592" cy="380592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F4C0E79-476F-82CD-9796-51D55ECCF599}"/>
                </a:ext>
              </a:extLst>
            </p:cNvPr>
            <p:cNvGrpSpPr/>
            <p:nvPr/>
          </p:nvGrpSpPr>
          <p:grpSpPr>
            <a:xfrm>
              <a:off x="2728378" y="2155739"/>
              <a:ext cx="986230" cy="400110"/>
              <a:chOff x="2903389" y="2165394"/>
              <a:chExt cx="986230" cy="400110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81CE335-367C-FE92-DD4D-EF07E94D80A4}"/>
                  </a:ext>
                </a:extLst>
              </p:cNvPr>
              <p:cNvSpPr txBox="1"/>
              <p:nvPr/>
            </p:nvSpPr>
            <p:spPr>
              <a:xfrm>
                <a:off x="3047178" y="2165394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Geospatial analysis</a:t>
                </a:r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F9A352EC-A768-D804-9B40-C119C03146E8}"/>
                  </a:ext>
                </a:extLst>
              </p:cNvPr>
              <p:cNvGrpSpPr/>
              <p:nvPr/>
            </p:nvGrpSpPr>
            <p:grpSpPr>
              <a:xfrm>
                <a:off x="2903389" y="2230707"/>
                <a:ext cx="289380" cy="281284"/>
                <a:chOff x="2858932" y="2230707"/>
                <a:chExt cx="289380" cy="281284"/>
              </a:xfrm>
            </p:grpSpPr>
            <p:pic>
              <p:nvPicPr>
                <p:cNvPr id="129" name="Graphic 128" descr="Magnifying glass with solid fill">
                  <a:extLst>
                    <a:ext uri="{FF2B5EF4-FFF2-40B4-BE49-F238E27FC236}">
                      <a16:creationId xmlns:a16="http://schemas.microsoft.com/office/drawing/2014/main" id="{8F08318B-7B28-162A-33F5-178542C1F1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858932" y="2247634"/>
                  <a:ext cx="188246" cy="188246"/>
                </a:xfrm>
                <a:prstGeom prst="rect">
                  <a:avLst/>
                </a:prstGeom>
              </p:spPr>
            </p:pic>
            <p:pic>
              <p:nvPicPr>
                <p:cNvPr id="130" name="Graphic 129" descr="Treasure Map outline">
                  <a:extLst>
                    <a:ext uri="{FF2B5EF4-FFF2-40B4-BE49-F238E27FC236}">
                      <a16:creationId xmlns:a16="http://schemas.microsoft.com/office/drawing/2014/main" id="{8C9DC508-076D-E859-F930-612DF3BF91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7028" y="2230707"/>
                  <a:ext cx="281284" cy="2812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F9B417E-E7E8-F897-40CC-AA6F1A440C46}"/>
                </a:ext>
              </a:extLst>
            </p:cNvPr>
            <p:cNvGrpSpPr/>
            <p:nvPr/>
          </p:nvGrpSpPr>
          <p:grpSpPr>
            <a:xfrm>
              <a:off x="3720946" y="2165394"/>
              <a:ext cx="1169228" cy="400110"/>
              <a:chOff x="3720946" y="2165394"/>
              <a:chExt cx="1169228" cy="400110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CC0EBB4-BDC0-5594-ED17-492909550949}"/>
                  </a:ext>
                </a:extLst>
              </p:cNvPr>
              <p:cNvSpPr txBox="1"/>
              <p:nvPr/>
            </p:nvSpPr>
            <p:spPr>
              <a:xfrm>
                <a:off x="3921930" y="2165394"/>
                <a:ext cx="9682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 quantification</a:t>
                </a:r>
              </a:p>
            </p:txBody>
          </p:sp>
          <p:pic>
            <p:nvPicPr>
              <p:cNvPr id="115" name="Graphic 114" descr="Normal Distribution outline">
                <a:extLst>
                  <a:ext uri="{FF2B5EF4-FFF2-40B4-BE49-F238E27FC236}">
                    <a16:creationId xmlns:a16="http://schemas.microsoft.com/office/drawing/2014/main" id="{9B0AC813-9772-D841-95F8-C59245582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20946" y="2175199"/>
                <a:ext cx="361190" cy="361190"/>
              </a:xfrm>
              <a:prstGeom prst="rect">
                <a:avLst/>
              </a:prstGeom>
            </p:spPr>
          </p:pic>
        </p:grpSp>
        <p:sp>
          <p:nvSpPr>
            <p:cNvPr id="111" name="Plus Sign 110">
              <a:extLst>
                <a:ext uri="{FF2B5EF4-FFF2-40B4-BE49-F238E27FC236}">
                  <a16:creationId xmlns:a16="http://schemas.microsoft.com/office/drawing/2014/main" id="{47E07C7B-28CD-AB09-6B6F-A070E2F064C0}"/>
                </a:ext>
              </a:extLst>
            </p:cNvPr>
            <p:cNvSpPr/>
            <p:nvPr/>
          </p:nvSpPr>
          <p:spPr>
            <a:xfrm>
              <a:off x="2567808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Plus Sign 111">
              <a:extLst>
                <a:ext uri="{FF2B5EF4-FFF2-40B4-BE49-F238E27FC236}">
                  <a16:creationId xmlns:a16="http://schemas.microsoft.com/office/drawing/2014/main" id="{1FF631DB-C96A-9563-E117-54E17917A5A1}"/>
                </a:ext>
              </a:extLst>
            </p:cNvPr>
            <p:cNvSpPr/>
            <p:nvPr/>
          </p:nvSpPr>
          <p:spPr>
            <a:xfrm>
              <a:off x="3606855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C609D02D-0AB1-931F-7CF4-9BEC5B54D39A}"/>
              </a:ext>
            </a:extLst>
          </p:cNvPr>
          <p:cNvSpPr txBox="1"/>
          <p:nvPr/>
        </p:nvSpPr>
        <p:spPr>
          <a:xfrm>
            <a:off x="2407303" y="4864012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engagement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A023726-C36F-27DD-72E3-911DFCDA181D}"/>
              </a:ext>
            </a:extLst>
          </p:cNvPr>
          <p:cNvSpPr txBox="1"/>
          <p:nvPr/>
        </p:nvSpPr>
        <p:spPr>
          <a:xfrm>
            <a:off x="4056416" y="4876137"/>
            <a:ext cx="1463998" cy="246221"/>
          </a:xfrm>
          <a:prstGeom prst="rect">
            <a:avLst/>
          </a:prstGeom>
          <a:solidFill>
            <a:srgbClr val="ECECEC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19C6A67-E7A3-AAB6-ECB7-4B1193804E4E}"/>
              </a:ext>
            </a:extLst>
          </p:cNvPr>
          <p:cNvCxnSpPr>
            <a:cxnSpLocks/>
          </p:cNvCxnSpPr>
          <p:nvPr/>
        </p:nvCxnSpPr>
        <p:spPr>
          <a:xfrm>
            <a:off x="857618" y="4647311"/>
            <a:ext cx="0" cy="25082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9EF9A1E1-7DCF-97CF-3140-5EE946C1B638}"/>
              </a:ext>
            </a:extLst>
          </p:cNvPr>
          <p:cNvCxnSpPr>
            <a:cxnSpLocks/>
          </p:cNvCxnSpPr>
          <p:nvPr/>
        </p:nvCxnSpPr>
        <p:spPr>
          <a:xfrm flipH="1">
            <a:off x="2127779" y="5011049"/>
            <a:ext cx="3079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0AED838-8F56-1D62-5FC7-0342730CB0D7}"/>
              </a:ext>
            </a:extLst>
          </p:cNvPr>
          <p:cNvCxnSpPr>
            <a:cxnSpLocks/>
          </p:cNvCxnSpPr>
          <p:nvPr/>
        </p:nvCxnSpPr>
        <p:spPr>
          <a:xfrm flipH="1">
            <a:off x="3832733" y="5011049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066172E-C478-0ACF-4AC9-5D87C724E8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4984" y="477272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F539A68-16D5-512C-234A-797ABF01F6A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31690" y="4772723"/>
            <a:ext cx="2426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977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D267F63C-E4C1-5977-9909-DE2BAC22B7C2}"/>
              </a:ext>
            </a:extLst>
          </p:cNvPr>
          <p:cNvSpPr/>
          <p:nvPr/>
        </p:nvSpPr>
        <p:spPr>
          <a:xfrm>
            <a:off x="1541124" y="1273996"/>
            <a:ext cx="4335686" cy="2479496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943FD1-4208-A865-4374-41770AFEB4C8}"/>
              </a:ext>
            </a:extLst>
          </p:cNvPr>
          <p:cNvSpPr/>
          <p:nvPr/>
        </p:nvSpPr>
        <p:spPr>
          <a:xfrm>
            <a:off x="1680590" y="3277960"/>
            <a:ext cx="1005840" cy="363102"/>
          </a:xfrm>
          <a:prstGeom prst="rect">
            <a:avLst/>
          </a:prstGeom>
          <a:solidFill>
            <a:srgbClr val="A8D5B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D437EB-F5DB-9BA4-360D-4B4904C4E12E}"/>
              </a:ext>
            </a:extLst>
          </p:cNvPr>
          <p:cNvSpPr/>
          <p:nvPr/>
        </p:nvSpPr>
        <p:spPr>
          <a:xfrm>
            <a:off x="2687893" y="3277960"/>
            <a:ext cx="1005840" cy="363102"/>
          </a:xfrm>
          <a:prstGeom prst="rect">
            <a:avLst/>
          </a:prstGeom>
          <a:solidFill>
            <a:srgbClr val="B5C7E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983CDB-F408-81FF-3D31-D429856C4F95}"/>
              </a:ext>
            </a:extLst>
          </p:cNvPr>
          <p:cNvSpPr/>
          <p:nvPr/>
        </p:nvSpPr>
        <p:spPr>
          <a:xfrm>
            <a:off x="3696296" y="3277960"/>
            <a:ext cx="1005840" cy="363102"/>
          </a:xfrm>
          <a:prstGeom prst="rect">
            <a:avLst/>
          </a:prstGeom>
          <a:solidFill>
            <a:srgbClr val="CDEA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BADAD5-5636-87C3-CB5C-FB9E2B439A6B}"/>
              </a:ext>
            </a:extLst>
          </p:cNvPr>
          <p:cNvSpPr/>
          <p:nvPr/>
        </p:nvSpPr>
        <p:spPr>
          <a:xfrm>
            <a:off x="4703593" y="3277960"/>
            <a:ext cx="1005840" cy="363102"/>
          </a:xfrm>
          <a:prstGeom prst="rect">
            <a:avLst/>
          </a:prstGeom>
          <a:solidFill>
            <a:srgbClr val="E3C3E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CA30FEC-1E96-3512-2748-3E531135FFAC}"/>
              </a:ext>
            </a:extLst>
          </p:cNvPr>
          <p:cNvGrpSpPr/>
          <p:nvPr/>
        </p:nvGrpSpPr>
        <p:grpSpPr>
          <a:xfrm rot="1234370">
            <a:off x="347675" y="1977187"/>
            <a:ext cx="992551" cy="864342"/>
            <a:chOff x="444510" y="1459564"/>
            <a:chExt cx="1387996" cy="126933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2635D4C-1B7A-272A-CA19-B6822E07494A}"/>
                </a:ext>
              </a:extLst>
            </p:cNvPr>
            <p:cNvSpPr/>
            <p:nvPr/>
          </p:nvSpPr>
          <p:spPr>
            <a:xfrm>
              <a:off x="695594" y="1814495"/>
              <a:ext cx="442915" cy="494808"/>
            </a:xfrm>
            <a:custGeom>
              <a:avLst/>
              <a:gdLst>
                <a:gd name="csX0" fmla="*/ 206117 w 442915"/>
                <a:gd name="csY0" fmla="*/ 0 h 494808"/>
                <a:gd name="csX1" fmla="*/ 384080 w 442915"/>
                <a:gd name="csY1" fmla="*/ 35929 h 494808"/>
                <a:gd name="csX2" fmla="*/ 442915 w 442915"/>
                <a:gd name="csY2" fmla="*/ 67863 h 494808"/>
                <a:gd name="csX3" fmla="*/ 424087 w 442915"/>
                <a:gd name="csY3" fmla="*/ 78082 h 494808"/>
                <a:gd name="csX4" fmla="*/ 222512 w 442915"/>
                <a:gd name="csY4" fmla="*/ 457200 h 494808"/>
                <a:gd name="csX5" fmla="*/ 226303 w 442915"/>
                <a:gd name="csY5" fmla="*/ 494808 h 494808"/>
                <a:gd name="csX6" fmla="*/ 201575 w 442915"/>
                <a:gd name="csY6" fmla="*/ 481386 h 494808"/>
                <a:gd name="csX7" fmla="*/ 0 w 442915"/>
                <a:gd name="csY7" fmla="*/ 102268 h 494808"/>
                <a:gd name="csX8" fmla="*/ 5445 w 442915"/>
                <a:gd name="csY8" fmla="*/ 48255 h 494808"/>
                <a:gd name="csX9" fmla="*/ 28154 w 442915"/>
                <a:gd name="csY9" fmla="*/ 35929 h 494808"/>
                <a:gd name="csX10" fmla="*/ 206117 w 442915"/>
                <a:gd name="csY10" fmla="*/ 0 h 49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2915" h="494808">
                  <a:moveTo>
                    <a:pt x="206117" y="0"/>
                  </a:moveTo>
                  <a:cubicBezTo>
                    <a:pt x="269243" y="0"/>
                    <a:pt x="329381" y="12794"/>
                    <a:pt x="384080" y="35929"/>
                  </a:cubicBezTo>
                  <a:lnTo>
                    <a:pt x="442915" y="67863"/>
                  </a:lnTo>
                  <a:lnTo>
                    <a:pt x="424087" y="78082"/>
                  </a:lnTo>
                  <a:cubicBezTo>
                    <a:pt x="302471" y="160245"/>
                    <a:pt x="222512" y="299385"/>
                    <a:pt x="222512" y="457200"/>
                  </a:cubicBezTo>
                  <a:lnTo>
                    <a:pt x="226303" y="494808"/>
                  </a:lnTo>
                  <a:lnTo>
                    <a:pt x="201575" y="481386"/>
                  </a:lnTo>
                  <a:cubicBezTo>
                    <a:pt x="79959" y="399224"/>
                    <a:pt x="0" y="260084"/>
                    <a:pt x="0" y="102268"/>
                  </a:cubicBezTo>
                  <a:lnTo>
                    <a:pt x="5445" y="48255"/>
                  </a:lnTo>
                  <a:lnTo>
                    <a:pt x="28154" y="35929"/>
                  </a:lnTo>
                  <a:cubicBezTo>
                    <a:pt x="82853" y="12794"/>
                    <a:pt x="142991" y="0"/>
                    <a:pt x="206117" y="0"/>
                  </a:cubicBezTo>
                  <a:close/>
                </a:path>
              </a:pathLst>
            </a:custGeom>
            <a:solidFill>
              <a:srgbClr val="D6EEEE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3794C45-9763-D519-53E6-369312B9C15F}"/>
                </a:ext>
              </a:extLst>
            </p:cNvPr>
            <p:cNvSpPr/>
            <p:nvPr/>
          </p:nvSpPr>
          <p:spPr>
            <a:xfrm>
              <a:off x="1138509" y="1814496"/>
              <a:ext cx="471485" cy="511213"/>
            </a:xfrm>
            <a:custGeom>
              <a:avLst/>
              <a:gdLst>
                <a:gd name="csX0" fmla="*/ 236797 w 471485"/>
                <a:gd name="csY0" fmla="*/ 0 h 511213"/>
                <a:gd name="csX1" fmla="*/ 414760 w 471485"/>
                <a:gd name="csY1" fmla="*/ 35929 h 511213"/>
                <a:gd name="csX2" fmla="*/ 467694 w 471485"/>
                <a:gd name="csY2" fmla="*/ 64660 h 511213"/>
                <a:gd name="csX3" fmla="*/ 471485 w 471485"/>
                <a:gd name="csY3" fmla="*/ 102268 h 511213"/>
                <a:gd name="csX4" fmla="*/ 269910 w 471485"/>
                <a:gd name="csY4" fmla="*/ 481386 h 511213"/>
                <a:gd name="csX5" fmla="*/ 214957 w 471485"/>
                <a:gd name="csY5" fmla="*/ 511213 h 511213"/>
                <a:gd name="csX6" fmla="*/ 220402 w 471485"/>
                <a:gd name="csY6" fmla="*/ 457200 h 511213"/>
                <a:gd name="csX7" fmla="*/ 18827 w 471485"/>
                <a:gd name="csY7" fmla="*/ 78082 h 511213"/>
                <a:gd name="csX8" fmla="*/ 0 w 471485"/>
                <a:gd name="csY8" fmla="*/ 67863 h 511213"/>
                <a:gd name="csX9" fmla="*/ 58834 w 471485"/>
                <a:gd name="csY9" fmla="*/ 35929 h 511213"/>
                <a:gd name="csX10" fmla="*/ 236797 w 471485"/>
                <a:gd name="csY10" fmla="*/ 0 h 5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1485" h="511213">
                  <a:moveTo>
                    <a:pt x="236797" y="0"/>
                  </a:moveTo>
                  <a:cubicBezTo>
                    <a:pt x="299923" y="0"/>
                    <a:pt x="360061" y="12794"/>
                    <a:pt x="414760" y="35929"/>
                  </a:cubicBezTo>
                  <a:lnTo>
                    <a:pt x="467694" y="64660"/>
                  </a:lnTo>
                  <a:lnTo>
                    <a:pt x="471485" y="102268"/>
                  </a:lnTo>
                  <a:cubicBezTo>
                    <a:pt x="471485" y="260084"/>
                    <a:pt x="391526" y="399224"/>
                    <a:pt x="269910" y="481386"/>
                  </a:cubicBezTo>
                  <a:lnTo>
                    <a:pt x="214957" y="511213"/>
                  </a:lnTo>
                  <a:lnTo>
                    <a:pt x="220402" y="457200"/>
                  </a:lnTo>
                  <a:cubicBezTo>
                    <a:pt x="220402" y="299385"/>
                    <a:pt x="140443" y="160245"/>
                    <a:pt x="18827" y="78082"/>
                  </a:cubicBezTo>
                  <a:lnTo>
                    <a:pt x="0" y="67863"/>
                  </a:lnTo>
                  <a:lnTo>
                    <a:pt x="58834" y="35929"/>
                  </a:lnTo>
                  <a:cubicBezTo>
                    <a:pt x="113533" y="12794"/>
                    <a:pt x="173671" y="0"/>
                    <a:pt x="236797" y="0"/>
                  </a:cubicBezTo>
                  <a:close/>
                </a:path>
              </a:pathLst>
            </a:custGeom>
            <a:solidFill>
              <a:srgbClr val="E0E2BA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AF64307-EDF3-44D3-8BDC-8723EB513C76}"/>
                </a:ext>
              </a:extLst>
            </p:cNvPr>
            <p:cNvSpPr/>
            <p:nvPr/>
          </p:nvSpPr>
          <p:spPr>
            <a:xfrm>
              <a:off x="921897" y="2309304"/>
              <a:ext cx="431569" cy="351729"/>
            </a:xfrm>
            <a:custGeom>
              <a:avLst/>
              <a:gdLst>
                <a:gd name="csX0" fmla="*/ 0 w 431569"/>
                <a:gd name="csY0" fmla="*/ 0 h 351729"/>
                <a:gd name="csX1" fmla="*/ 52934 w 431569"/>
                <a:gd name="csY1" fmla="*/ 28731 h 351729"/>
                <a:gd name="csX2" fmla="*/ 230897 w 431569"/>
                <a:gd name="csY2" fmla="*/ 64660 h 351729"/>
                <a:gd name="csX3" fmla="*/ 408860 w 431569"/>
                <a:gd name="csY3" fmla="*/ 28731 h 351729"/>
                <a:gd name="csX4" fmla="*/ 431569 w 431569"/>
                <a:gd name="csY4" fmla="*/ 16405 h 351729"/>
                <a:gd name="csX5" fmla="*/ 427725 w 431569"/>
                <a:gd name="csY5" fmla="*/ 54534 h 351729"/>
                <a:gd name="csX6" fmla="*/ 235439 w 431569"/>
                <a:gd name="csY6" fmla="*/ 341510 h 351729"/>
                <a:gd name="csX7" fmla="*/ 216612 w 431569"/>
                <a:gd name="csY7" fmla="*/ 351729 h 351729"/>
                <a:gd name="csX8" fmla="*/ 197784 w 431569"/>
                <a:gd name="csY8" fmla="*/ 341510 h 351729"/>
                <a:gd name="csX9" fmla="*/ 5498 w 431569"/>
                <a:gd name="csY9" fmla="*/ 54534 h 351729"/>
                <a:gd name="csX10" fmla="*/ 0 w 431569"/>
                <a:gd name="csY10" fmla="*/ 0 h 351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31569" h="351729">
                  <a:moveTo>
                    <a:pt x="0" y="0"/>
                  </a:moveTo>
                  <a:lnTo>
                    <a:pt x="52934" y="28731"/>
                  </a:lnTo>
                  <a:cubicBezTo>
                    <a:pt x="107633" y="51867"/>
                    <a:pt x="167771" y="64660"/>
                    <a:pt x="230897" y="64660"/>
                  </a:cubicBezTo>
                  <a:cubicBezTo>
                    <a:pt x="294023" y="64660"/>
                    <a:pt x="354161" y="51867"/>
                    <a:pt x="408860" y="28731"/>
                  </a:cubicBezTo>
                  <a:lnTo>
                    <a:pt x="431569" y="16405"/>
                  </a:lnTo>
                  <a:lnTo>
                    <a:pt x="427725" y="54534"/>
                  </a:lnTo>
                  <a:cubicBezTo>
                    <a:pt x="403364" y="173585"/>
                    <a:pt x="332732" y="275780"/>
                    <a:pt x="235439" y="341510"/>
                  </a:cubicBezTo>
                  <a:lnTo>
                    <a:pt x="216612" y="351729"/>
                  </a:lnTo>
                  <a:lnTo>
                    <a:pt x="197784" y="341510"/>
                  </a:lnTo>
                  <a:cubicBezTo>
                    <a:pt x="100491" y="275780"/>
                    <a:pt x="29859" y="173585"/>
                    <a:pt x="5498" y="5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DB7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35901FA-B9C8-5C80-9638-9DF63380A45B}"/>
                </a:ext>
              </a:extLst>
            </p:cNvPr>
            <p:cNvSpPr/>
            <p:nvPr/>
          </p:nvSpPr>
          <p:spPr>
            <a:xfrm>
              <a:off x="701038" y="1459564"/>
              <a:ext cx="905164" cy="422795"/>
            </a:xfrm>
            <a:custGeom>
              <a:avLst/>
              <a:gdLst>
                <a:gd name="csX0" fmla="*/ 451755 w 905164"/>
                <a:gd name="csY0" fmla="*/ 0 h 422795"/>
                <a:gd name="csX1" fmla="*/ 899666 w 905164"/>
                <a:gd name="csY1" fmla="*/ 365058 h 422795"/>
                <a:gd name="csX2" fmla="*/ 905164 w 905164"/>
                <a:gd name="csY2" fmla="*/ 419592 h 422795"/>
                <a:gd name="csX3" fmla="*/ 852230 w 905164"/>
                <a:gd name="csY3" fmla="*/ 390861 h 422795"/>
                <a:gd name="csX4" fmla="*/ 674267 w 905164"/>
                <a:gd name="csY4" fmla="*/ 354932 h 422795"/>
                <a:gd name="csX5" fmla="*/ 496304 w 905164"/>
                <a:gd name="csY5" fmla="*/ 390861 h 422795"/>
                <a:gd name="csX6" fmla="*/ 437470 w 905164"/>
                <a:gd name="csY6" fmla="*/ 422795 h 422795"/>
                <a:gd name="csX7" fmla="*/ 378635 w 905164"/>
                <a:gd name="csY7" fmla="*/ 390861 h 422795"/>
                <a:gd name="csX8" fmla="*/ 200672 w 905164"/>
                <a:gd name="csY8" fmla="*/ 354932 h 422795"/>
                <a:gd name="csX9" fmla="*/ 22709 w 905164"/>
                <a:gd name="csY9" fmla="*/ 390861 h 422795"/>
                <a:gd name="csX10" fmla="*/ 0 w 905164"/>
                <a:gd name="csY10" fmla="*/ 403187 h 422795"/>
                <a:gd name="csX11" fmla="*/ 3844 w 905164"/>
                <a:gd name="csY11" fmla="*/ 365058 h 422795"/>
                <a:gd name="csX12" fmla="*/ 451755 w 905164"/>
                <a:gd name="csY12" fmla="*/ 0 h 42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05164" h="422795">
                  <a:moveTo>
                    <a:pt x="451755" y="0"/>
                  </a:moveTo>
                  <a:cubicBezTo>
                    <a:pt x="672697" y="0"/>
                    <a:pt x="857034" y="156720"/>
                    <a:pt x="899666" y="365058"/>
                  </a:cubicBezTo>
                  <a:lnTo>
                    <a:pt x="905164" y="419592"/>
                  </a:lnTo>
                  <a:lnTo>
                    <a:pt x="852230" y="390861"/>
                  </a:lnTo>
                  <a:cubicBezTo>
                    <a:pt x="797531" y="367726"/>
                    <a:pt x="737393" y="354932"/>
                    <a:pt x="674267" y="354932"/>
                  </a:cubicBezTo>
                  <a:cubicBezTo>
                    <a:pt x="611141" y="354932"/>
                    <a:pt x="551003" y="367726"/>
                    <a:pt x="496304" y="390861"/>
                  </a:cubicBezTo>
                  <a:lnTo>
                    <a:pt x="437470" y="422795"/>
                  </a:lnTo>
                  <a:lnTo>
                    <a:pt x="378635" y="390861"/>
                  </a:lnTo>
                  <a:cubicBezTo>
                    <a:pt x="323936" y="367726"/>
                    <a:pt x="263798" y="354932"/>
                    <a:pt x="200672" y="354932"/>
                  </a:cubicBezTo>
                  <a:cubicBezTo>
                    <a:pt x="137546" y="354932"/>
                    <a:pt x="77408" y="367726"/>
                    <a:pt x="22709" y="390861"/>
                  </a:cubicBezTo>
                  <a:lnTo>
                    <a:pt x="0" y="403187"/>
                  </a:lnTo>
                  <a:lnTo>
                    <a:pt x="3844" y="365058"/>
                  </a:lnTo>
                  <a:cubicBezTo>
                    <a:pt x="46476" y="156720"/>
                    <a:pt x="230813" y="0"/>
                    <a:pt x="45175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549D862-9AD5-658A-4C5D-FFE9FE90A302}"/>
                </a:ext>
              </a:extLst>
            </p:cNvPr>
            <p:cNvSpPr/>
            <p:nvPr/>
          </p:nvSpPr>
          <p:spPr>
            <a:xfrm>
              <a:off x="444510" y="1862751"/>
              <a:ext cx="693998" cy="866145"/>
            </a:xfrm>
            <a:custGeom>
              <a:avLst/>
              <a:gdLst>
                <a:gd name="csX0" fmla="*/ 256528 w 693998"/>
                <a:gd name="csY0" fmla="*/ 0 h 866145"/>
                <a:gd name="csX1" fmla="*/ 251083 w 693998"/>
                <a:gd name="csY1" fmla="*/ 54013 h 866145"/>
                <a:gd name="csX2" fmla="*/ 452658 w 693998"/>
                <a:gd name="csY2" fmla="*/ 433131 h 866145"/>
                <a:gd name="csX3" fmla="*/ 477386 w 693998"/>
                <a:gd name="csY3" fmla="*/ 446553 h 866145"/>
                <a:gd name="csX4" fmla="*/ 482884 w 693998"/>
                <a:gd name="csY4" fmla="*/ 501087 h 866145"/>
                <a:gd name="csX5" fmla="*/ 675170 w 693998"/>
                <a:gd name="csY5" fmla="*/ 788063 h 866145"/>
                <a:gd name="csX6" fmla="*/ 693998 w 693998"/>
                <a:gd name="csY6" fmla="*/ 798282 h 866145"/>
                <a:gd name="csX7" fmla="*/ 635163 w 693998"/>
                <a:gd name="csY7" fmla="*/ 830216 h 866145"/>
                <a:gd name="csX8" fmla="*/ 457200 w 693998"/>
                <a:gd name="csY8" fmla="*/ 866145 h 866145"/>
                <a:gd name="csX9" fmla="*/ 0 w 693998"/>
                <a:gd name="csY9" fmla="*/ 408945 h 866145"/>
                <a:gd name="csX10" fmla="*/ 201575 w 693998"/>
                <a:gd name="csY10" fmla="*/ 29827 h 866145"/>
                <a:gd name="csX11" fmla="*/ 256528 w 693998"/>
                <a:gd name="csY11" fmla="*/ 0 h 866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8" h="866145">
                  <a:moveTo>
                    <a:pt x="256528" y="0"/>
                  </a:moveTo>
                  <a:lnTo>
                    <a:pt x="251083" y="54013"/>
                  </a:lnTo>
                  <a:cubicBezTo>
                    <a:pt x="251083" y="211829"/>
                    <a:pt x="331042" y="350969"/>
                    <a:pt x="452658" y="433131"/>
                  </a:cubicBezTo>
                  <a:lnTo>
                    <a:pt x="477386" y="446553"/>
                  </a:lnTo>
                  <a:lnTo>
                    <a:pt x="482884" y="501087"/>
                  </a:lnTo>
                  <a:cubicBezTo>
                    <a:pt x="507245" y="620138"/>
                    <a:pt x="577877" y="722333"/>
                    <a:pt x="675170" y="788063"/>
                  </a:cubicBezTo>
                  <a:lnTo>
                    <a:pt x="693998" y="798282"/>
                  </a:lnTo>
                  <a:lnTo>
                    <a:pt x="635163" y="830216"/>
                  </a:lnTo>
                  <a:cubicBezTo>
                    <a:pt x="580464" y="853352"/>
                    <a:pt x="520326" y="866145"/>
                    <a:pt x="457200" y="866145"/>
                  </a:cubicBezTo>
                  <a:cubicBezTo>
                    <a:pt x="204695" y="866145"/>
                    <a:pt x="0" y="661450"/>
                    <a:pt x="0" y="408945"/>
                  </a:cubicBezTo>
                  <a:cubicBezTo>
                    <a:pt x="0" y="251130"/>
                    <a:pt x="79959" y="111990"/>
                    <a:pt x="201575" y="29827"/>
                  </a:cubicBezTo>
                  <a:lnTo>
                    <a:pt x="256528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813C74C-4AC6-1CE0-884C-2A7F52FBCF72}"/>
                </a:ext>
              </a:extLst>
            </p:cNvPr>
            <p:cNvSpPr/>
            <p:nvPr/>
          </p:nvSpPr>
          <p:spPr>
            <a:xfrm>
              <a:off x="1138509" y="1879155"/>
              <a:ext cx="693997" cy="849740"/>
            </a:xfrm>
            <a:custGeom>
              <a:avLst/>
              <a:gdLst>
                <a:gd name="csX0" fmla="*/ 467694 w 693997"/>
                <a:gd name="csY0" fmla="*/ 0 h 849740"/>
                <a:gd name="csX1" fmla="*/ 492422 w 693997"/>
                <a:gd name="csY1" fmla="*/ 13422 h 849740"/>
                <a:gd name="csX2" fmla="*/ 693997 w 693997"/>
                <a:gd name="csY2" fmla="*/ 392540 h 849740"/>
                <a:gd name="csX3" fmla="*/ 236797 w 693997"/>
                <a:gd name="csY3" fmla="*/ 849740 h 849740"/>
                <a:gd name="csX4" fmla="*/ 58834 w 693997"/>
                <a:gd name="csY4" fmla="*/ 813811 h 849740"/>
                <a:gd name="csX5" fmla="*/ 0 w 693997"/>
                <a:gd name="csY5" fmla="*/ 781877 h 849740"/>
                <a:gd name="csX6" fmla="*/ 18827 w 693997"/>
                <a:gd name="csY6" fmla="*/ 771658 h 849740"/>
                <a:gd name="csX7" fmla="*/ 211113 w 693997"/>
                <a:gd name="csY7" fmla="*/ 484682 h 849740"/>
                <a:gd name="csX8" fmla="*/ 214957 w 693997"/>
                <a:gd name="csY8" fmla="*/ 446553 h 849740"/>
                <a:gd name="csX9" fmla="*/ 269910 w 693997"/>
                <a:gd name="csY9" fmla="*/ 416726 h 849740"/>
                <a:gd name="csX10" fmla="*/ 471485 w 693997"/>
                <a:gd name="csY10" fmla="*/ 37608 h 849740"/>
                <a:gd name="csX11" fmla="*/ 467694 w 693997"/>
                <a:gd name="csY11" fmla="*/ 0 h 849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7" h="849740">
                  <a:moveTo>
                    <a:pt x="467694" y="0"/>
                  </a:moveTo>
                  <a:lnTo>
                    <a:pt x="492422" y="13422"/>
                  </a:lnTo>
                  <a:cubicBezTo>
                    <a:pt x="614038" y="95585"/>
                    <a:pt x="693997" y="234725"/>
                    <a:pt x="693997" y="392540"/>
                  </a:cubicBezTo>
                  <a:cubicBezTo>
                    <a:pt x="693997" y="645045"/>
                    <a:pt x="489302" y="849740"/>
                    <a:pt x="236797" y="849740"/>
                  </a:cubicBezTo>
                  <a:cubicBezTo>
                    <a:pt x="173671" y="849740"/>
                    <a:pt x="113533" y="836947"/>
                    <a:pt x="58834" y="813811"/>
                  </a:cubicBezTo>
                  <a:lnTo>
                    <a:pt x="0" y="781877"/>
                  </a:lnTo>
                  <a:lnTo>
                    <a:pt x="18827" y="771658"/>
                  </a:lnTo>
                  <a:cubicBezTo>
                    <a:pt x="116120" y="705928"/>
                    <a:pt x="186752" y="603733"/>
                    <a:pt x="211113" y="484682"/>
                  </a:cubicBezTo>
                  <a:lnTo>
                    <a:pt x="214957" y="446553"/>
                  </a:lnTo>
                  <a:lnTo>
                    <a:pt x="269910" y="416726"/>
                  </a:lnTo>
                  <a:cubicBezTo>
                    <a:pt x="391526" y="334564"/>
                    <a:pt x="471485" y="195424"/>
                    <a:pt x="471485" y="37608"/>
                  </a:cubicBezTo>
                  <a:lnTo>
                    <a:pt x="467694" y="0"/>
                  </a:lnTo>
                  <a:close/>
                </a:path>
              </a:pathLst>
            </a:custGeom>
            <a:solidFill>
              <a:srgbClr val="FFC00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40AA2B7-5DCA-CAFE-CE97-AF8C78EE664D}"/>
                </a:ext>
              </a:extLst>
            </p:cNvPr>
            <p:cNvSpPr/>
            <p:nvPr/>
          </p:nvSpPr>
          <p:spPr>
            <a:xfrm>
              <a:off x="918106" y="1882359"/>
              <a:ext cx="440805" cy="491605"/>
            </a:xfrm>
            <a:custGeom>
              <a:avLst/>
              <a:gdLst>
                <a:gd name="csX0" fmla="*/ 220403 w 440805"/>
                <a:gd name="csY0" fmla="*/ 0 h 491605"/>
                <a:gd name="csX1" fmla="*/ 239230 w 440805"/>
                <a:gd name="csY1" fmla="*/ 10219 h 491605"/>
                <a:gd name="csX2" fmla="*/ 440805 w 440805"/>
                <a:gd name="csY2" fmla="*/ 389337 h 491605"/>
                <a:gd name="csX3" fmla="*/ 435360 w 440805"/>
                <a:gd name="csY3" fmla="*/ 443350 h 491605"/>
                <a:gd name="csX4" fmla="*/ 412651 w 440805"/>
                <a:gd name="csY4" fmla="*/ 455676 h 491605"/>
                <a:gd name="csX5" fmla="*/ 234688 w 440805"/>
                <a:gd name="csY5" fmla="*/ 491605 h 491605"/>
                <a:gd name="csX6" fmla="*/ 56725 w 440805"/>
                <a:gd name="csY6" fmla="*/ 455676 h 491605"/>
                <a:gd name="csX7" fmla="*/ 3791 w 440805"/>
                <a:gd name="csY7" fmla="*/ 426945 h 491605"/>
                <a:gd name="csX8" fmla="*/ 0 w 440805"/>
                <a:gd name="csY8" fmla="*/ 389337 h 491605"/>
                <a:gd name="csX9" fmla="*/ 201575 w 440805"/>
                <a:gd name="csY9" fmla="*/ 10219 h 491605"/>
                <a:gd name="csX10" fmla="*/ 220403 w 440805"/>
                <a:gd name="csY10" fmla="*/ 0 h 4916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805" h="491605">
                  <a:moveTo>
                    <a:pt x="220403" y="0"/>
                  </a:moveTo>
                  <a:lnTo>
                    <a:pt x="239230" y="10219"/>
                  </a:lnTo>
                  <a:cubicBezTo>
                    <a:pt x="360846" y="92382"/>
                    <a:pt x="440805" y="231522"/>
                    <a:pt x="440805" y="389337"/>
                  </a:cubicBezTo>
                  <a:lnTo>
                    <a:pt x="435360" y="443350"/>
                  </a:lnTo>
                  <a:lnTo>
                    <a:pt x="412651" y="455676"/>
                  </a:lnTo>
                  <a:cubicBezTo>
                    <a:pt x="357952" y="478812"/>
                    <a:pt x="297814" y="491605"/>
                    <a:pt x="234688" y="491605"/>
                  </a:cubicBezTo>
                  <a:cubicBezTo>
                    <a:pt x="171562" y="491605"/>
                    <a:pt x="111424" y="478812"/>
                    <a:pt x="56725" y="455676"/>
                  </a:cubicBezTo>
                  <a:lnTo>
                    <a:pt x="3791" y="426945"/>
                  </a:lnTo>
                  <a:lnTo>
                    <a:pt x="0" y="389337"/>
                  </a:lnTo>
                  <a:cubicBezTo>
                    <a:pt x="0" y="231522"/>
                    <a:pt x="79959" y="92382"/>
                    <a:pt x="201575" y="10219"/>
                  </a:cubicBezTo>
                  <a:lnTo>
                    <a:pt x="220403" y="0"/>
                  </a:lnTo>
                  <a:close/>
                </a:path>
              </a:pathLst>
            </a:custGeom>
            <a:pattFill prst="wd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596A50-55EA-FDB7-CD59-CC0F9D59412F}"/>
              </a:ext>
            </a:extLst>
          </p:cNvPr>
          <p:cNvCxnSpPr>
            <a:cxnSpLocks/>
          </p:cNvCxnSpPr>
          <p:nvPr/>
        </p:nvCxnSpPr>
        <p:spPr>
          <a:xfrm>
            <a:off x="1471773" y="1013716"/>
            <a:ext cx="0" cy="349160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ADAEED5-8D33-7D0F-2854-36FCA0763196}"/>
              </a:ext>
            </a:extLst>
          </p:cNvPr>
          <p:cNvSpPr txBox="1"/>
          <p:nvPr/>
        </p:nvSpPr>
        <p:spPr>
          <a:xfrm>
            <a:off x="106866" y="1040712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05C9F7-3DC3-0F54-F470-F8B73C129F61}"/>
              </a:ext>
            </a:extLst>
          </p:cNvPr>
          <p:cNvSpPr txBox="1"/>
          <p:nvPr/>
        </p:nvSpPr>
        <p:spPr>
          <a:xfrm>
            <a:off x="3136919" y="1034541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C977D9-2935-1CA2-67C1-5F63203B8519}"/>
              </a:ext>
            </a:extLst>
          </p:cNvPr>
          <p:cNvSpPr txBox="1"/>
          <p:nvPr/>
        </p:nvSpPr>
        <p:spPr>
          <a:xfrm>
            <a:off x="129386" y="1597280"/>
            <a:ext cx="14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management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647BEB-A7E0-2A78-AE70-0A3C734AC489}"/>
              </a:ext>
            </a:extLst>
          </p:cNvPr>
          <p:cNvSpPr txBox="1"/>
          <p:nvPr/>
        </p:nvSpPr>
        <p:spPr>
          <a:xfrm>
            <a:off x="-105623" y="2568504"/>
            <a:ext cx="66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EB83F9-3FF8-3D4F-6C00-E04A868748D1}"/>
              </a:ext>
            </a:extLst>
          </p:cNvPr>
          <p:cNvSpPr txBox="1"/>
          <p:nvPr/>
        </p:nvSpPr>
        <p:spPr>
          <a:xfrm>
            <a:off x="358109" y="2850977"/>
            <a:ext cx="1298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Climate-change adaptation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B75592-0851-7044-A764-DE7ECE22A10F}"/>
              </a:ext>
            </a:extLst>
          </p:cNvPr>
          <p:cNvSpPr/>
          <p:nvPr/>
        </p:nvSpPr>
        <p:spPr>
          <a:xfrm>
            <a:off x="1710756" y="3936251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DD07D7E-024F-30D0-8F57-846B281D14A2}"/>
              </a:ext>
            </a:extLst>
          </p:cNvPr>
          <p:cNvSpPr/>
          <p:nvPr/>
        </p:nvSpPr>
        <p:spPr>
          <a:xfrm>
            <a:off x="3218720" y="3936250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A7D0247-73EC-A67C-4267-0284E42C03CE}"/>
              </a:ext>
            </a:extLst>
          </p:cNvPr>
          <p:cNvGrpSpPr/>
          <p:nvPr/>
        </p:nvGrpSpPr>
        <p:grpSpPr>
          <a:xfrm>
            <a:off x="1573589" y="3062356"/>
            <a:ext cx="4242246" cy="622504"/>
            <a:chOff x="1883922" y="2260153"/>
            <a:chExt cx="4242246" cy="62250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E33B1-34DE-4840-8C1E-97EEFE6387A0}"/>
                </a:ext>
              </a:extLst>
            </p:cNvPr>
            <p:cNvSpPr/>
            <p:nvPr/>
          </p:nvSpPr>
          <p:spPr>
            <a:xfrm>
              <a:off x="1883922" y="2836938"/>
              <a:ext cx="4242246" cy="45719"/>
            </a:xfrm>
            <a:prstGeom prst="rect">
              <a:avLst/>
            </a:prstGeom>
            <a:solidFill>
              <a:srgbClr val="E9D8A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4B5DD1C-907E-342B-CFB2-B638253E542C}"/>
                </a:ext>
              </a:extLst>
            </p:cNvPr>
            <p:cNvSpPr txBox="1"/>
            <p:nvPr/>
          </p:nvSpPr>
          <p:spPr>
            <a:xfrm>
              <a:off x="2044376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 experiments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B1E0986-21C6-C76E-37EB-6AFC3CE2AA46}"/>
                </a:ext>
              </a:extLst>
            </p:cNvPr>
            <p:cNvSpPr txBox="1"/>
            <p:nvPr/>
          </p:nvSpPr>
          <p:spPr>
            <a:xfrm>
              <a:off x="3130298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modeling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8E3F8FD-0D0C-2D20-19A4-CCB1E94CBBB1}"/>
                </a:ext>
              </a:extLst>
            </p:cNvPr>
            <p:cNvSpPr txBox="1"/>
            <p:nvPr/>
          </p:nvSpPr>
          <p:spPr>
            <a:xfrm>
              <a:off x="4077272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Geospatial analysis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8264B4-7BD4-2288-93A0-8213DEE5310D}"/>
                </a:ext>
              </a:extLst>
            </p:cNvPr>
            <p:cNvSpPr txBox="1"/>
            <p:nvPr/>
          </p:nvSpPr>
          <p:spPr>
            <a:xfrm>
              <a:off x="5063772" y="2453932"/>
              <a:ext cx="9682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Uncertainty quantification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C90BA29-1F5A-A650-9567-70B9195AC83C}"/>
                </a:ext>
              </a:extLst>
            </p:cNvPr>
            <p:cNvSpPr/>
            <p:nvPr/>
          </p:nvSpPr>
          <p:spPr>
            <a:xfrm>
              <a:off x="1883922" y="2295525"/>
              <a:ext cx="4242246" cy="179132"/>
            </a:xfrm>
            <a:prstGeom prst="rect">
              <a:avLst/>
            </a:prstGeom>
            <a:solidFill>
              <a:srgbClr val="E9D8A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483A94-CC17-46F9-5395-A65D2360A2F4}"/>
                </a:ext>
              </a:extLst>
            </p:cNvPr>
            <p:cNvSpPr txBox="1"/>
            <p:nvPr/>
          </p:nvSpPr>
          <p:spPr>
            <a:xfrm>
              <a:off x="2976011" y="2260153"/>
              <a:ext cx="2123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Methodological foundation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033FACD-D4BB-3B57-D8DA-F11BE24AB1F9}"/>
              </a:ext>
            </a:extLst>
          </p:cNvPr>
          <p:cNvSpPr/>
          <p:nvPr/>
        </p:nvSpPr>
        <p:spPr>
          <a:xfrm>
            <a:off x="1710756" y="2954854"/>
            <a:ext cx="3982095" cy="1412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6AE236-0B3A-BB38-F3BA-99D70D14BB6A}"/>
              </a:ext>
            </a:extLst>
          </p:cNvPr>
          <p:cNvSpPr txBox="1"/>
          <p:nvPr/>
        </p:nvSpPr>
        <p:spPr>
          <a:xfrm>
            <a:off x="1643185" y="2911008"/>
            <a:ext cx="899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goals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DEF81A-7FEF-185E-D138-47522595AD1C}"/>
              </a:ext>
            </a:extLst>
          </p:cNvPr>
          <p:cNvSpPr txBox="1"/>
          <p:nvPr/>
        </p:nvSpPr>
        <p:spPr>
          <a:xfrm>
            <a:off x="4816631" y="2914804"/>
            <a:ext cx="899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goals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DD4A2B-9EBF-D884-3539-86E5247F9AC3}"/>
              </a:ext>
            </a:extLst>
          </p:cNvPr>
          <p:cNvSpPr/>
          <p:nvPr/>
        </p:nvSpPr>
        <p:spPr>
          <a:xfrm>
            <a:off x="4737620" y="3936249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A1E3131-A6DD-233D-62D6-4AF975659EE0}"/>
              </a:ext>
            </a:extLst>
          </p:cNvPr>
          <p:cNvGrpSpPr/>
          <p:nvPr/>
        </p:nvGrpSpPr>
        <p:grpSpPr>
          <a:xfrm>
            <a:off x="1813779" y="1332656"/>
            <a:ext cx="925084" cy="1622028"/>
            <a:chOff x="1813779" y="1329634"/>
            <a:chExt cx="925084" cy="1622028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991216D-E928-E001-58E1-0026858D5200}"/>
                </a:ext>
              </a:extLst>
            </p:cNvPr>
            <p:cNvSpPr/>
            <p:nvPr/>
          </p:nvSpPr>
          <p:spPr>
            <a:xfrm>
              <a:off x="1869249" y="1344663"/>
              <a:ext cx="858545" cy="1606999"/>
            </a:xfrm>
            <a:prstGeom prst="rect">
              <a:avLst/>
            </a:prstGeom>
            <a:solidFill>
              <a:srgbClr val="E6F2F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613E35E-84D4-219B-246B-4C43A10E705A}"/>
                </a:ext>
              </a:extLst>
            </p:cNvPr>
            <p:cNvSpPr txBox="1"/>
            <p:nvPr/>
          </p:nvSpPr>
          <p:spPr>
            <a:xfrm>
              <a:off x="1813779" y="1684421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Sediment nutrient release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9A736CA-C3C3-A805-A154-3FAE2A71C954}"/>
                </a:ext>
              </a:extLst>
            </p:cNvPr>
            <p:cNvSpPr txBox="1"/>
            <p:nvPr/>
          </p:nvSpPr>
          <p:spPr>
            <a:xfrm>
              <a:off x="1813779" y="2035009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Eutrophication control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4F6D1B-8045-8F8E-9005-1BC4C28D20AF}"/>
                </a:ext>
              </a:extLst>
            </p:cNvPr>
            <p:cNvSpPr txBox="1"/>
            <p:nvPr/>
          </p:nvSpPr>
          <p:spPr>
            <a:xfrm>
              <a:off x="1813779" y="2421968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Restoration strategies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65BA34-6176-66A5-B67E-60877849D2C4}"/>
                </a:ext>
              </a:extLst>
            </p:cNvPr>
            <p:cNvSpPr/>
            <p:nvPr/>
          </p:nvSpPr>
          <p:spPr>
            <a:xfrm>
              <a:off x="1870069" y="1343589"/>
              <a:ext cx="858545" cy="211150"/>
            </a:xfrm>
            <a:prstGeom prst="rect">
              <a:avLst/>
            </a:prstGeom>
            <a:solidFill>
              <a:srgbClr val="0F4C5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CAE16D7-6460-1C8B-7758-D8E599FCA4D8}"/>
                </a:ext>
              </a:extLst>
            </p:cNvPr>
            <p:cNvSpPr txBox="1"/>
            <p:nvPr/>
          </p:nvSpPr>
          <p:spPr>
            <a:xfrm>
              <a:off x="1836058" y="132963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Waterbodies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0EF8A35-568D-8FF8-BC7A-18B9E78B7AA9}"/>
              </a:ext>
            </a:extLst>
          </p:cNvPr>
          <p:cNvGrpSpPr/>
          <p:nvPr/>
        </p:nvGrpSpPr>
        <p:grpSpPr>
          <a:xfrm>
            <a:off x="2752793" y="1332656"/>
            <a:ext cx="925084" cy="1622028"/>
            <a:chOff x="1813779" y="1329634"/>
            <a:chExt cx="925084" cy="1622028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DD2D580-21A0-EEC6-9AAB-D88435B4C6E4}"/>
                </a:ext>
              </a:extLst>
            </p:cNvPr>
            <p:cNvSpPr/>
            <p:nvPr/>
          </p:nvSpPr>
          <p:spPr>
            <a:xfrm>
              <a:off x="1869249" y="1344663"/>
              <a:ext cx="858545" cy="1606999"/>
            </a:xfrm>
            <a:prstGeom prst="rect">
              <a:avLst/>
            </a:prstGeom>
            <a:solidFill>
              <a:srgbClr val="E6F2F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B0749F0-331B-18D3-F7E8-47A7CEEA6384}"/>
                </a:ext>
              </a:extLst>
            </p:cNvPr>
            <p:cNvSpPr txBox="1"/>
            <p:nvPr/>
          </p:nvSpPr>
          <p:spPr>
            <a:xfrm>
              <a:off x="1813779" y="1684421"/>
              <a:ext cx="925084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 export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7A20B3E-54D8-006F-0B12-491C76897CDD}"/>
                </a:ext>
              </a:extLst>
            </p:cNvPr>
            <p:cNvSpPr txBox="1"/>
            <p:nvPr/>
          </p:nvSpPr>
          <p:spPr>
            <a:xfrm>
              <a:off x="1813779" y="2035009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identification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BF6873E-4890-343C-D930-E6B2763BAC33}"/>
                </a:ext>
              </a:extLst>
            </p:cNvPr>
            <p:cNvSpPr txBox="1"/>
            <p:nvPr/>
          </p:nvSpPr>
          <p:spPr>
            <a:xfrm>
              <a:off x="1813779" y="2421968"/>
              <a:ext cx="925084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Climate impacts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C919034-BEE4-FF90-FF5A-2C52409E5621}"/>
                </a:ext>
              </a:extLst>
            </p:cNvPr>
            <p:cNvSpPr/>
            <p:nvPr/>
          </p:nvSpPr>
          <p:spPr>
            <a:xfrm>
              <a:off x="1870069" y="1343589"/>
              <a:ext cx="858545" cy="211150"/>
            </a:xfrm>
            <a:prstGeom prst="rect">
              <a:avLst/>
            </a:prstGeom>
            <a:solidFill>
              <a:srgbClr val="0F4C5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A3574C0-D787-1564-2877-DE98FF7B4EF5}"/>
                </a:ext>
              </a:extLst>
            </p:cNvPr>
            <p:cNvSpPr txBox="1"/>
            <p:nvPr/>
          </p:nvSpPr>
          <p:spPr>
            <a:xfrm>
              <a:off x="1836058" y="132963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Watersheds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67CAB54-4FA4-AFC2-67B3-AEF58E7FBE8D}"/>
              </a:ext>
            </a:extLst>
          </p:cNvPr>
          <p:cNvGrpSpPr/>
          <p:nvPr/>
        </p:nvGrpSpPr>
        <p:grpSpPr>
          <a:xfrm>
            <a:off x="3691807" y="1332656"/>
            <a:ext cx="925084" cy="1622028"/>
            <a:chOff x="1813779" y="1329634"/>
            <a:chExt cx="925084" cy="162202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6FB7938-4144-9E5A-21F2-9AEE6865D3E5}"/>
                </a:ext>
              </a:extLst>
            </p:cNvPr>
            <p:cNvSpPr/>
            <p:nvPr/>
          </p:nvSpPr>
          <p:spPr>
            <a:xfrm>
              <a:off x="1869249" y="1344663"/>
              <a:ext cx="858545" cy="1606999"/>
            </a:xfrm>
            <a:prstGeom prst="rect">
              <a:avLst/>
            </a:prstGeom>
            <a:solidFill>
              <a:srgbClr val="E6F2F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442E668-A536-4341-CD16-B6A8F5430D67}"/>
                </a:ext>
              </a:extLst>
            </p:cNvPr>
            <p:cNvSpPr txBox="1"/>
            <p:nvPr/>
          </p:nvSpPr>
          <p:spPr>
            <a:xfrm>
              <a:off x="1813779" y="1684421"/>
              <a:ext cx="92508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 accounting in regions and states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343C50A-6DD4-45E4-3FB2-E225124D0CE1}"/>
                </a:ext>
              </a:extLst>
            </p:cNvPr>
            <p:cNvSpPr/>
            <p:nvPr/>
          </p:nvSpPr>
          <p:spPr>
            <a:xfrm>
              <a:off x="1870069" y="1343589"/>
              <a:ext cx="858545" cy="211150"/>
            </a:xfrm>
            <a:prstGeom prst="rect">
              <a:avLst/>
            </a:prstGeom>
            <a:solidFill>
              <a:srgbClr val="0F4C5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C4E1945-6A58-7E6F-AB1D-F244896FF368}"/>
                </a:ext>
              </a:extLst>
            </p:cNvPr>
            <p:cNvSpPr txBox="1"/>
            <p:nvPr/>
          </p:nvSpPr>
          <p:spPr>
            <a:xfrm>
              <a:off x="1836058" y="132963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Regional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C47D4DF-8FC2-C3C1-841B-48EA0F0550B4}"/>
              </a:ext>
            </a:extLst>
          </p:cNvPr>
          <p:cNvGrpSpPr/>
          <p:nvPr/>
        </p:nvGrpSpPr>
        <p:grpSpPr>
          <a:xfrm>
            <a:off x="4630822" y="1332656"/>
            <a:ext cx="925084" cy="1622028"/>
            <a:chOff x="1813779" y="1329634"/>
            <a:chExt cx="925084" cy="1622028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C19B961-3B75-2AAA-E022-BEE974B466E7}"/>
                </a:ext>
              </a:extLst>
            </p:cNvPr>
            <p:cNvSpPr/>
            <p:nvPr/>
          </p:nvSpPr>
          <p:spPr>
            <a:xfrm>
              <a:off x="1869249" y="1344663"/>
              <a:ext cx="858545" cy="1606999"/>
            </a:xfrm>
            <a:prstGeom prst="rect">
              <a:avLst/>
            </a:prstGeom>
            <a:solidFill>
              <a:srgbClr val="E6F2F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B8895B0-6437-ADAB-A151-7D44043F4C5F}"/>
                </a:ext>
              </a:extLst>
            </p:cNvPr>
            <p:cNvSpPr txBox="1"/>
            <p:nvPr/>
          </p:nvSpPr>
          <p:spPr>
            <a:xfrm>
              <a:off x="1813779" y="1684421"/>
              <a:ext cx="925084" cy="4154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National-scale nutrient solutions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5C894D8-C8DA-EDFA-B62E-5508C7E08EF1}"/>
                </a:ext>
              </a:extLst>
            </p:cNvPr>
            <p:cNvSpPr/>
            <p:nvPr/>
          </p:nvSpPr>
          <p:spPr>
            <a:xfrm>
              <a:off x="1870069" y="1343589"/>
              <a:ext cx="858545" cy="211150"/>
            </a:xfrm>
            <a:prstGeom prst="rect">
              <a:avLst/>
            </a:prstGeom>
            <a:solidFill>
              <a:srgbClr val="0F4C5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12EB6B8-6FA4-95EB-2ACF-396F956DAAF5}"/>
                </a:ext>
              </a:extLst>
            </p:cNvPr>
            <p:cNvSpPr txBox="1"/>
            <p:nvPr/>
          </p:nvSpPr>
          <p:spPr>
            <a:xfrm>
              <a:off x="1836058" y="132963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</a:t>
              </a:r>
            </a:p>
          </p:txBody>
        </p:sp>
      </p:grpSp>
      <p:sp>
        <p:nvSpPr>
          <p:cNvPr id="134" name="Plus Sign 133">
            <a:extLst>
              <a:ext uri="{FF2B5EF4-FFF2-40B4-BE49-F238E27FC236}">
                <a16:creationId xmlns:a16="http://schemas.microsoft.com/office/drawing/2014/main" id="{C5D5E00F-5C39-9623-5B62-E712677C0ADD}"/>
              </a:ext>
            </a:extLst>
          </p:cNvPr>
          <p:cNvSpPr/>
          <p:nvPr/>
        </p:nvSpPr>
        <p:spPr>
          <a:xfrm>
            <a:off x="2574547" y="3359646"/>
            <a:ext cx="226679" cy="21233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lus Sign 134">
            <a:extLst>
              <a:ext uri="{FF2B5EF4-FFF2-40B4-BE49-F238E27FC236}">
                <a16:creationId xmlns:a16="http://schemas.microsoft.com/office/drawing/2014/main" id="{9AD445AD-D29E-B0A5-4EEA-F12F95DA6CE4}"/>
              </a:ext>
            </a:extLst>
          </p:cNvPr>
          <p:cNvSpPr/>
          <p:nvPr/>
        </p:nvSpPr>
        <p:spPr>
          <a:xfrm>
            <a:off x="3580788" y="3359646"/>
            <a:ext cx="226679" cy="21233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Plus Sign 135">
            <a:extLst>
              <a:ext uri="{FF2B5EF4-FFF2-40B4-BE49-F238E27FC236}">
                <a16:creationId xmlns:a16="http://schemas.microsoft.com/office/drawing/2014/main" id="{0F8A36A2-19CA-7975-C897-280EF4D07103}"/>
              </a:ext>
            </a:extLst>
          </p:cNvPr>
          <p:cNvSpPr/>
          <p:nvPr/>
        </p:nvSpPr>
        <p:spPr>
          <a:xfrm>
            <a:off x="4590575" y="3349016"/>
            <a:ext cx="226679" cy="21233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770ACDF-0035-7146-B5E3-66B4864F3010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2542694" y="3018730"/>
            <a:ext cx="2273937" cy="37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9D65465-5DCA-8013-DC97-B71C8717B68A}"/>
              </a:ext>
            </a:extLst>
          </p:cNvPr>
          <p:cNvCxnSpPr>
            <a:cxnSpLocks/>
          </p:cNvCxnSpPr>
          <p:nvPr/>
        </p:nvCxnSpPr>
        <p:spPr>
          <a:xfrm>
            <a:off x="2646472" y="2249852"/>
            <a:ext cx="24375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BB3C751-C389-58FF-6059-880082571597}"/>
              </a:ext>
            </a:extLst>
          </p:cNvPr>
          <p:cNvCxnSpPr>
            <a:cxnSpLocks/>
          </p:cNvCxnSpPr>
          <p:nvPr/>
        </p:nvCxnSpPr>
        <p:spPr>
          <a:xfrm>
            <a:off x="3586839" y="2272244"/>
            <a:ext cx="24375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FEF1EB3-2B93-415D-D868-4943FE918FCC}"/>
              </a:ext>
            </a:extLst>
          </p:cNvPr>
          <p:cNvCxnSpPr>
            <a:cxnSpLocks/>
          </p:cNvCxnSpPr>
          <p:nvPr/>
        </p:nvCxnSpPr>
        <p:spPr>
          <a:xfrm>
            <a:off x="4525190" y="2250913"/>
            <a:ext cx="24375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26BC1E1C-BFDE-82A3-ED31-73479DCD2CF3}"/>
              </a:ext>
            </a:extLst>
          </p:cNvPr>
          <p:cNvSpPr txBox="1"/>
          <p:nvPr/>
        </p:nvSpPr>
        <p:spPr>
          <a:xfrm>
            <a:off x="1618736" y="3904497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industrial collaboration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C3A6CA-406B-242C-7372-A6F2979F0005}"/>
              </a:ext>
            </a:extLst>
          </p:cNvPr>
          <p:cNvSpPr txBox="1"/>
          <p:nvPr/>
        </p:nvSpPr>
        <p:spPr>
          <a:xfrm>
            <a:off x="3123588" y="397162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development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6D24902-7467-4087-B439-F19DCAF7320D}"/>
              </a:ext>
            </a:extLst>
          </p:cNvPr>
          <p:cNvSpPr txBox="1"/>
          <p:nvPr/>
        </p:nvSpPr>
        <p:spPr>
          <a:xfrm>
            <a:off x="4654141" y="397162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195D21F-4311-2FD1-DDD5-5007AED0AE2A}"/>
              </a:ext>
            </a:extLst>
          </p:cNvPr>
          <p:cNvGrpSpPr/>
          <p:nvPr/>
        </p:nvGrpSpPr>
        <p:grpSpPr>
          <a:xfrm>
            <a:off x="2051565" y="3751875"/>
            <a:ext cx="104834" cy="182757"/>
            <a:chOff x="1957388" y="3751166"/>
            <a:chExt cx="104834" cy="182757"/>
          </a:xfrm>
        </p:grpSpPr>
        <p:sp>
          <p:nvSpPr>
            <p:cNvPr id="149" name="Arrow: Down 148">
              <a:extLst>
                <a:ext uri="{FF2B5EF4-FFF2-40B4-BE49-F238E27FC236}">
                  <a16:creationId xmlns:a16="http://schemas.microsoft.com/office/drawing/2014/main" id="{C1FB11D2-D0A7-D86E-366F-A4EA762C26DE}"/>
                </a:ext>
              </a:extLst>
            </p:cNvPr>
            <p:cNvSpPr/>
            <p:nvPr/>
          </p:nvSpPr>
          <p:spPr>
            <a:xfrm>
              <a:off x="1957388" y="3751166"/>
              <a:ext cx="45719" cy="182757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Arrow: Down 149">
              <a:extLst>
                <a:ext uri="{FF2B5EF4-FFF2-40B4-BE49-F238E27FC236}">
                  <a16:creationId xmlns:a16="http://schemas.microsoft.com/office/drawing/2014/main" id="{3DC4DF54-C42F-86E6-E23C-5429684529CF}"/>
                </a:ext>
              </a:extLst>
            </p:cNvPr>
            <p:cNvSpPr/>
            <p:nvPr/>
          </p:nvSpPr>
          <p:spPr>
            <a:xfrm flipV="1">
              <a:off x="2016503" y="3751166"/>
              <a:ext cx="45719" cy="182757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739E92A-2551-802D-E015-E3AF7D68749B}"/>
              </a:ext>
            </a:extLst>
          </p:cNvPr>
          <p:cNvGrpSpPr/>
          <p:nvPr/>
        </p:nvGrpSpPr>
        <p:grpSpPr>
          <a:xfrm>
            <a:off x="3557572" y="3751875"/>
            <a:ext cx="104834" cy="182757"/>
            <a:chOff x="1957388" y="3751166"/>
            <a:chExt cx="104834" cy="182757"/>
          </a:xfrm>
        </p:grpSpPr>
        <p:sp>
          <p:nvSpPr>
            <p:cNvPr id="153" name="Arrow: Down 152">
              <a:extLst>
                <a:ext uri="{FF2B5EF4-FFF2-40B4-BE49-F238E27FC236}">
                  <a16:creationId xmlns:a16="http://schemas.microsoft.com/office/drawing/2014/main" id="{132DF9E0-02C3-411B-5350-F202B710A206}"/>
                </a:ext>
              </a:extLst>
            </p:cNvPr>
            <p:cNvSpPr/>
            <p:nvPr/>
          </p:nvSpPr>
          <p:spPr>
            <a:xfrm>
              <a:off x="1957388" y="3751166"/>
              <a:ext cx="45719" cy="182757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Arrow: Down 153">
              <a:extLst>
                <a:ext uri="{FF2B5EF4-FFF2-40B4-BE49-F238E27FC236}">
                  <a16:creationId xmlns:a16="http://schemas.microsoft.com/office/drawing/2014/main" id="{DBF6E6B1-98C0-8224-F398-EF1E34A2BDEF}"/>
                </a:ext>
              </a:extLst>
            </p:cNvPr>
            <p:cNvSpPr/>
            <p:nvPr/>
          </p:nvSpPr>
          <p:spPr>
            <a:xfrm flipV="1">
              <a:off x="2016503" y="3751166"/>
              <a:ext cx="45719" cy="182757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7" name="Arrow: Down 156">
            <a:extLst>
              <a:ext uri="{FF2B5EF4-FFF2-40B4-BE49-F238E27FC236}">
                <a16:creationId xmlns:a16="http://schemas.microsoft.com/office/drawing/2014/main" id="{C2AFD76D-C7D5-7AE2-EE53-BB2F1C2199C3}"/>
              </a:ext>
            </a:extLst>
          </p:cNvPr>
          <p:cNvSpPr/>
          <p:nvPr/>
        </p:nvSpPr>
        <p:spPr>
          <a:xfrm>
            <a:off x="5123600" y="3749534"/>
            <a:ext cx="45719" cy="182757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3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3620DD-B68C-1DB4-C77E-BEFE3B9568DC}"/>
              </a:ext>
            </a:extLst>
          </p:cNvPr>
          <p:cNvSpPr/>
          <p:nvPr/>
        </p:nvSpPr>
        <p:spPr>
          <a:xfrm>
            <a:off x="1455256" y="4161879"/>
            <a:ext cx="1005840" cy="363102"/>
          </a:xfrm>
          <a:prstGeom prst="rect">
            <a:avLst/>
          </a:prstGeom>
          <a:solidFill>
            <a:srgbClr val="A8D5B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94957B-3581-8C17-0081-DC892FD837E7}"/>
              </a:ext>
            </a:extLst>
          </p:cNvPr>
          <p:cNvSpPr/>
          <p:nvPr/>
        </p:nvSpPr>
        <p:spPr>
          <a:xfrm>
            <a:off x="2462559" y="4161879"/>
            <a:ext cx="1005840" cy="363102"/>
          </a:xfrm>
          <a:prstGeom prst="rect">
            <a:avLst/>
          </a:prstGeom>
          <a:solidFill>
            <a:srgbClr val="B5C7E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2B5D3-ECBE-7E41-50B2-AB272427CB81}"/>
              </a:ext>
            </a:extLst>
          </p:cNvPr>
          <p:cNvSpPr/>
          <p:nvPr/>
        </p:nvSpPr>
        <p:spPr>
          <a:xfrm>
            <a:off x="3470962" y="4161879"/>
            <a:ext cx="1005840" cy="363102"/>
          </a:xfrm>
          <a:prstGeom prst="rect">
            <a:avLst/>
          </a:prstGeom>
          <a:solidFill>
            <a:srgbClr val="CDEA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D4D145-9AC5-98E7-C176-8C51F541FAB5}"/>
              </a:ext>
            </a:extLst>
          </p:cNvPr>
          <p:cNvSpPr/>
          <p:nvPr/>
        </p:nvSpPr>
        <p:spPr>
          <a:xfrm>
            <a:off x="4478259" y="4161879"/>
            <a:ext cx="1005840" cy="363102"/>
          </a:xfrm>
          <a:prstGeom prst="rect">
            <a:avLst/>
          </a:prstGeom>
          <a:solidFill>
            <a:srgbClr val="E3C3E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lus Sign 134">
            <a:extLst>
              <a:ext uri="{FF2B5EF4-FFF2-40B4-BE49-F238E27FC236}">
                <a16:creationId xmlns:a16="http://schemas.microsoft.com/office/drawing/2014/main" id="{28FBFA43-D7B2-5D21-2FA8-91D903C17551}"/>
              </a:ext>
            </a:extLst>
          </p:cNvPr>
          <p:cNvSpPr/>
          <p:nvPr/>
        </p:nvSpPr>
        <p:spPr>
          <a:xfrm>
            <a:off x="3355454" y="4243565"/>
            <a:ext cx="226679" cy="21233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Plus Sign 135">
            <a:extLst>
              <a:ext uri="{FF2B5EF4-FFF2-40B4-BE49-F238E27FC236}">
                <a16:creationId xmlns:a16="http://schemas.microsoft.com/office/drawing/2014/main" id="{B9AE6791-364F-810F-1295-B86843F7C192}"/>
              </a:ext>
            </a:extLst>
          </p:cNvPr>
          <p:cNvSpPr/>
          <p:nvPr/>
        </p:nvSpPr>
        <p:spPr>
          <a:xfrm>
            <a:off x="4365241" y="4232935"/>
            <a:ext cx="226679" cy="21233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004353-0701-FBCA-35F5-7E511CF32338}"/>
              </a:ext>
            </a:extLst>
          </p:cNvPr>
          <p:cNvGrpSpPr/>
          <p:nvPr/>
        </p:nvGrpSpPr>
        <p:grpSpPr>
          <a:xfrm>
            <a:off x="770824" y="2155739"/>
            <a:ext cx="4119350" cy="410779"/>
            <a:chOff x="770824" y="2155739"/>
            <a:chExt cx="4119350" cy="41077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320C6F1-5816-CBF5-32EE-413BC8030A33}"/>
                </a:ext>
              </a:extLst>
            </p:cNvPr>
            <p:cNvSpPr/>
            <p:nvPr/>
          </p:nvSpPr>
          <p:spPr>
            <a:xfrm>
              <a:off x="770824" y="2165394"/>
              <a:ext cx="4096512" cy="363102"/>
            </a:xfrm>
            <a:prstGeom prst="rect">
              <a:avLst/>
            </a:prstGeom>
            <a:solidFill>
              <a:srgbClr val="A8D5B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Plus Sign 133">
              <a:extLst>
                <a:ext uri="{FF2B5EF4-FFF2-40B4-BE49-F238E27FC236}">
                  <a16:creationId xmlns:a16="http://schemas.microsoft.com/office/drawing/2014/main" id="{4433BB71-23C6-CCA6-F8BB-F3110F3DE3E6}"/>
                </a:ext>
              </a:extLst>
            </p:cNvPr>
            <p:cNvSpPr/>
            <p:nvPr/>
          </p:nvSpPr>
          <p:spPr>
            <a:xfrm>
              <a:off x="1640774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480736E-C104-4502-B6C3-28F845902833}"/>
                </a:ext>
              </a:extLst>
            </p:cNvPr>
            <p:cNvGrpSpPr/>
            <p:nvPr/>
          </p:nvGrpSpPr>
          <p:grpSpPr>
            <a:xfrm>
              <a:off x="770824" y="2166408"/>
              <a:ext cx="964745" cy="400110"/>
              <a:chOff x="770824" y="2166408"/>
              <a:chExt cx="964745" cy="400110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C7D545D-81C9-A673-6D65-F36AD2F96FAC}"/>
                  </a:ext>
                </a:extLst>
              </p:cNvPr>
              <p:cNvSpPr txBox="1"/>
              <p:nvPr/>
            </p:nvSpPr>
            <p:spPr>
              <a:xfrm>
                <a:off x="893128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 experiments</a:t>
                </a:r>
              </a:p>
            </p:txBody>
          </p:sp>
          <p:pic>
            <p:nvPicPr>
              <p:cNvPr id="4" name="Graphic 3" descr="Flask outline">
                <a:extLst>
                  <a:ext uri="{FF2B5EF4-FFF2-40B4-BE49-F238E27FC236}">
                    <a16:creationId xmlns:a16="http://schemas.microsoft.com/office/drawing/2014/main" id="{D9AE786C-90F8-A662-0DF9-3B7AC10DB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70824" y="2209252"/>
                <a:ext cx="293084" cy="293084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EE1B864-6CCA-D025-D26E-3757B58DA1FE}"/>
                </a:ext>
              </a:extLst>
            </p:cNvPr>
            <p:cNvGrpSpPr/>
            <p:nvPr/>
          </p:nvGrpSpPr>
          <p:grpSpPr>
            <a:xfrm>
              <a:off x="1741908" y="2165498"/>
              <a:ext cx="980131" cy="401020"/>
              <a:chOff x="1820486" y="2165498"/>
              <a:chExt cx="980131" cy="401020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F69762-BDD7-128D-BBA9-AB243A588E44}"/>
                  </a:ext>
                </a:extLst>
              </p:cNvPr>
              <p:cNvSpPr txBox="1"/>
              <p:nvPr/>
            </p:nvSpPr>
            <p:spPr>
              <a:xfrm>
                <a:off x="1958176" y="2166408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modeling</a:t>
                </a:r>
              </a:p>
            </p:txBody>
          </p:sp>
          <p:pic>
            <p:nvPicPr>
              <p:cNvPr id="6" name="Graphic 5" descr="Gears outline">
                <a:extLst>
                  <a:ext uri="{FF2B5EF4-FFF2-40B4-BE49-F238E27FC236}">
                    <a16:creationId xmlns:a16="http://schemas.microsoft.com/office/drawing/2014/main" id="{1D704CB6-E388-8D39-A504-AE3248508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20486" y="2165498"/>
                <a:ext cx="380592" cy="380592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E3819C-9314-347A-BA08-CFF1AAA905EB}"/>
                </a:ext>
              </a:extLst>
            </p:cNvPr>
            <p:cNvGrpSpPr/>
            <p:nvPr/>
          </p:nvGrpSpPr>
          <p:grpSpPr>
            <a:xfrm>
              <a:off x="2728378" y="2155739"/>
              <a:ext cx="986230" cy="400110"/>
              <a:chOff x="2903389" y="2165394"/>
              <a:chExt cx="986230" cy="400110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E97A3D7-CE96-FACD-F69F-C63C98133FA5}"/>
                  </a:ext>
                </a:extLst>
              </p:cNvPr>
              <p:cNvSpPr txBox="1"/>
              <p:nvPr/>
            </p:nvSpPr>
            <p:spPr>
              <a:xfrm>
                <a:off x="3047178" y="2165394"/>
                <a:ext cx="8424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Geospatial analysis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35A18CA-95FA-6C9B-EC1A-D679A6186B82}"/>
                  </a:ext>
                </a:extLst>
              </p:cNvPr>
              <p:cNvGrpSpPr/>
              <p:nvPr/>
            </p:nvGrpSpPr>
            <p:grpSpPr>
              <a:xfrm>
                <a:off x="2903389" y="2230707"/>
                <a:ext cx="289380" cy="281284"/>
                <a:chOff x="2858932" y="2230707"/>
                <a:chExt cx="289380" cy="281284"/>
              </a:xfrm>
            </p:grpSpPr>
            <p:pic>
              <p:nvPicPr>
                <p:cNvPr id="10" name="Graphic 9" descr="Magnifying glass with solid fill">
                  <a:extLst>
                    <a:ext uri="{FF2B5EF4-FFF2-40B4-BE49-F238E27FC236}">
                      <a16:creationId xmlns:a16="http://schemas.microsoft.com/office/drawing/2014/main" id="{AD079C02-5556-F569-4A76-EB46853DC5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858932" y="2247634"/>
                  <a:ext cx="188246" cy="188246"/>
                </a:xfrm>
                <a:prstGeom prst="rect">
                  <a:avLst/>
                </a:prstGeom>
              </p:spPr>
            </p:pic>
            <p:pic>
              <p:nvPicPr>
                <p:cNvPr id="12" name="Graphic 11" descr="Treasure Map outline">
                  <a:extLst>
                    <a:ext uri="{FF2B5EF4-FFF2-40B4-BE49-F238E27FC236}">
                      <a16:creationId xmlns:a16="http://schemas.microsoft.com/office/drawing/2014/main" id="{C880DB48-38BE-A94B-7255-519BCF30F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7028" y="2230707"/>
                  <a:ext cx="281284" cy="2812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7A7686-537D-E925-5A3B-5898D0DA3CAC}"/>
                </a:ext>
              </a:extLst>
            </p:cNvPr>
            <p:cNvGrpSpPr/>
            <p:nvPr/>
          </p:nvGrpSpPr>
          <p:grpSpPr>
            <a:xfrm>
              <a:off x="3720946" y="2165394"/>
              <a:ext cx="1169228" cy="400110"/>
              <a:chOff x="3720946" y="2165394"/>
              <a:chExt cx="1169228" cy="400110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376D087-A486-C593-AF7C-0AFD6A01313D}"/>
                  </a:ext>
                </a:extLst>
              </p:cNvPr>
              <p:cNvSpPr txBox="1"/>
              <p:nvPr/>
            </p:nvSpPr>
            <p:spPr>
              <a:xfrm>
                <a:off x="3921930" y="2165394"/>
                <a:ext cx="9682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 quantification</a:t>
                </a:r>
              </a:p>
            </p:txBody>
          </p:sp>
          <p:pic>
            <p:nvPicPr>
              <p:cNvPr id="15" name="Graphic 14" descr="Normal Distribution outline">
                <a:extLst>
                  <a:ext uri="{FF2B5EF4-FFF2-40B4-BE49-F238E27FC236}">
                    <a16:creationId xmlns:a16="http://schemas.microsoft.com/office/drawing/2014/main" id="{B0BD147C-567E-99A1-30D2-B657D3BF12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20946" y="2175199"/>
                <a:ext cx="361190" cy="361190"/>
              </a:xfrm>
              <a:prstGeom prst="rect">
                <a:avLst/>
              </a:prstGeom>
            </p:spPr>
          </p:pic>
        </p:grpSp>
        <p:sp>
          <p:nvSpPr>
            <p:cNvPr id="20" name="Plus Sign 19">
              <a:extLst>
                <a:ext uri="{FF2B5EF4-FFF2-40B4-BE49-F238E27FC236}">
                  <a16:creationId xmlns:a16="http://schemas.microsoft.com/office/drawing/2014/main" id="{920A66FD-EC0C-A4A8-33CE-95B932E1E8FD}"/>
                </a:ext>
              </a:extLst>
            </p:cNvPr>
            <p:cNvSpPr/>
            <p:nvPr/>
          </p:nvSpPr>
          <p:spPr>
            <a:xfrm>
              <a:off x="2567808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lus Sign 20">
              <a:extLst>
                <a:ext uri="{FF2B5EF4-FFF2-40B4-BE49-F238E27FC236}">
                  <a16:creationId xmlns:a16="http://schemas.microsoft.com/office/drawing/2014/main" id="{F52689BF-7C06-47DC-B553-05358369B62E}"/>
                </a:ext>
              </a:extLst>
            </p:cNvPr>
            <p:cNvSpPr/>
            <p:nvPr/>
          </p:nvSpPr>
          <p:spPr>
            <a:xfrm>
              <a:off x="3606855" y="2306596"/>
              <a:ext cx="118872" cy="117706"/>
            </a:xfrm>
            <a:prstGeom prst="mathPlus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833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8A33-45E1-4AE3-07DA-4F2FD112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968ECCD-FBCD-589C-C8FD-0E35F67B5C74}"/>
              </a:ext>
            </a:extLst>
          </p:cNvPr>
          <p:cNvSpPr/>
          <p:nvPr/>
        </p:nvSpPr>
        <p:spPr>
          <a:xfrm>
            <a:off x="1680590" y="3277960"/>
            <a:ext cx="1005840" cy="363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999011-9CC6-F361-15A4-D8F78C46A58C}"/>
              </a:ext>
            </a:extLst>
          </p:cNvPr>
          <p:cNvSpPr/>
          <p:nvPr/>
        </p:nvSpPr>
        <p:spPr>
          <a:xfrm>
            <a:off x="2687893" y="3277960"/>
            <a:ext cx="1005840" cy="3631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265B6E-D9E4-DAFF-ECB9-3E7EF9CAE0A8}"/>
              </a:ext>
            </a:extLst>
          </p:cNvPr>
          <p:cNvSpPr/>
          <p:nvPr/>
        </p:nvSpPr>
        <p:spPr>
          <a:xfrm>
            <a:off x="3696296" y="3277960"/>
            <a:ext cx="1005840" cy="363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9DF472-0588-BC99-4F83-1F0F3D3CAFCF}"/>
              </a:ext>
            </a:extLst>
          </p:cNvPr>
          <p:cNvSpPr/>
          <p:nvPr/>
        </p:nvSpPr>
        <p:spPr>
          <a:xfrm>
            <a:off x="4703593" y="3277960"/>
            <a:ext cx="1005840" cy="3631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A16DCA8-9851-FAD4-31AE-3FD045DCB401}"/>
              </a:ext>
            </a:extLst>
          </p:cNvPr>
          <p:cNvGrpSpPr/>
          <p:nvPr/>
        </p:nvGrpSpPr>
        <p:grpSpPr>
          <a:xfrm rot="1234370">
            <a:off x="347675" y="1977187"/>
            <a:ext cx="992551" cy="864342"/>
            <a:chOff x="444510" y="1459564"/>
            <a:chExt cx="1387996" cy="126933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2DE26A3-328C-991E-24D6-81097208D174}"/>
                </a:ext>
              </a:extLst>
            </p:cNvPr>
            <p:cNvSpPr/>
            <p:nvPr/>
          </p:nvSpPr>
          <p:spPr>
            <a:xfrm>
              <a:off x="695594" y="1814495"/>
              <a:ext cx="442915" cy="494808"/>
            </a:xfrm>
            <a:custGeom>
              <a:avLst/>
              <a:gdLst>
                <a:gd name="csX0" fmla="*/ 206117 w 442915"/>
                <a:gd name="csY0" fmla="*/ 0 h 494808"/>
                <a:gd name="csX1" fmla="*/ 384080 w 442915"/>
                <a:gd name="csY1" fmla="*/ 35929 h 494808"/>
                <a:gd name="csX2" fmla="*/ 442915 w 442915"/>
                <a:gd name="csY2" fmla="*/ 67863 h 494808"/>
                <a:gd name="csX3" fmla="*/ 424087 w 442915"/>
                <a:gd name="csY3" fmla="*/ 78082 h 494808"/>
                <a:gd name="csX4" fmla="*/ 222512 w 442915"/>
                <a:gd name="csY4" fmla="*/ 457200 h 494808"/>
                <a:gd name="csX5" fmla="*/ 226303 w 442915"/>
                <a:gd name="csY5" fmla="*/ 494808 h 494808"/>
                <a:gd name="csX6" fmla="*/ 201575 w 442915"/>
                <a:gd name="csY6" fmla="*/ 481386 h 494808"/>
                <a:gd name="csX7" fmla="*/ 0 w 442915"/>
                <a:gd name="csY7" fmla="*/ 102268 h 494808"/>
                <a:gd name="csX8" fmla="*/ 5445 w 442915"/>
                <a:gd name="csY8" fmla="*/ 48255 h 494808"/>
                <a:gd name="csX9" fmla="*/ 28154 w 442915"/>
                <a:gd name="csY9" fmla="*/ 35929 h 494808"/>
                <a:gd name="csX10" fmla="*/ 206117 w 442915"/>
                <a:gd name="csY10" fmla="*/ 0 h 49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2915" h="494808">
                  <a:moveTo>
                    <a:pt x="206117" y="0"/>
                  </a:moveTo>
                  <a:cubicBezTo>
                    <a:pt x="269243" y="0"/>
                    <a:pt x="329381" y="12794"/>
                    <a:pt x="384080" y="35929"/>
                  </a:cubicBezTo>
                  <a:lnTo>
                    <a:pt x="442915" y="67863"/>
                  </a:lnTo>
                  <a:lnTo>
                    <a:pt x="424087" y="78082"/>
                  </a:lnTo>
                  <a:cubicBezTo>
                    <a:pt x="302471" y="160245"/>
                    <a:pt x="222512" y="299385"/>
                    <a:pt x="222512" y="457200"/>
                  </a:cubicBezTo>
                  <a:lnTo>
                    <a:pt x="226303" y="494808"/>
                  </a:lnTo>
                  <a:lnTo>
                    <a:pt x="201575" y="481386"/>
                  </a:lnTo>
                  <a:cubicBezTo>
                    <a:pt x="79959" y="399224"/>
                    <a:pt x="0" y="260084"/>
                    <a:pt x="0" y="102268"/>
                  </a:cubicBezTo>
                  <a:lnTo>
                    <a:pt x="5445" y="48255"/>
                  </a:lnTo>
                  <a:lnTo>
                    <a:pt x="28154" y="35929"/>
                  </a:lnTo>
                  <a:cubicBezTo>
                    <a:pt x="82853" y="12794"/>
                    <a:pt x="142991" y="0"/>
                    <a:pt x="206117" y="0"/>
                  </a:cubicBezTo>
                  <a:close/>
                </a:path>
              </a:pathLst>
            </a:custGeom>
            <a:solidFill>
              <a:srgbClr val="D6EEEE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05C9A39-2B36-F709-5756-23F2DDFBD3E9}"/>
                </a:ext>
              </a:extLst>
            </p:cNvPr>
            <p:cNvSpPr/>
            <p:nvPr/>
          </p:nvSpPr>
          <p:spPr>
            <a:xfrm>
              <a:off x="1138509" y="1814496"/>
              <a:ext cx="471485" cy="511213"/>
            </a:xfrm>
            <a:custGeom>
              <a:avLst/>
              <a:gdLst>
                <a:gd name="csX0" fmla="*/ 236797 w 471485"/>
                <a:gd name="csY0" fmla="*/ 0 h 511213"/>
                <a:gd name="csX1" fmla="*/ 414760 w 471485"/>
                <a:gd name="csY1" fmla="*/ 35929 h 511213"/>
                <a:gd name="csX2" fmla="*/ 467694 w 471485"/>
                <a:gd name="csY2" fmla="*/ 64660 h 511213"/>
                <a:gd name="csX3" fmla="*/ 471485 w 471485"/>
                <a:gd name="csY3" fmla="*/ 102268 h 511213"/>
                <a:gd name="csX4" fmla="*/ 269910 w 471485"/>
                <a:gd name="csY4" fmla="*/ 481386 h 511213"/>
                <a:gd name="csX5" fmla="*/ 214957 w 471485"/>
                <a:gd name="csY5" fmla="*/ 511213 h 511213"/>
                <a:gd name="csX6" fmla="*/ 220402 w 471485"/>
                <a:gd name="csY6" fmla="*/ 457200 h 511213"/>
                <a:gd name="csX7" fmla="*/ 18827 w 471485"/>
                <a:gd name="csY7" fmla="*/ 78082 h 511213"/>
                <a:gd name="csX8" fmla="*/ 0 w 471485"/>
                <a:gd name="csY8" fmla="*/ 67863 h 511213"/>
                <a:gd name="csX9" fmla="*/ 58834 w 471485"/>
                <a:gd name="csY9" fmla="*/ 35929 h 511213"/>
                <a:gd name="csX10" fmla="*/ 236797 w 471485"/>
                <a:gd name="csY10" fmla="*/ 0 h 51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1485" h="511213">
                  <a:moveTo>
                    <a:pt x="236797" y="0"/>
                  </a:moveTo>
                  <a:cubicBezTo>
                    <a:pt x="299923" y="0"/>
                    <a:pt x="360061" y="12794"/>
                    <a:pt x="414760" y="35929"/>
                  </a:cubicBezTo>
                  <a:lnTo>
                    <a:pt x="467694" y="64660"/>
                  </a:lnTo>
                  <a:lnTo>
                    <a:pt x="471485" y="102268"/>
                  </a:lnTo>
                  <a:cubicBezTo>
                    <a:pt x="471485" y="260084"/>
                    <a:pt x="391526" y="399224"/>
                    <a:pt x="269910" y="481386"/>
                  </a:cubicBezTo>
                  <a:lnTo>
                    <a:pt x="214957" y="511213"/>
                  </a:lnTo>
                  <a:lnTo>
                    <a:pt x="220402" y="457200"/>
                  </a:lnTo>
                  <a:cubicBezTo>
                    <a:pt x="220402" y="299385"/>
                    <a:pt x="140443" y="160245"/>
                    <a:pt x="18827" y="78082"/>
                  </a:cubicBezTo>
                  <a:lnTo>
                    <a:pt x="0" y="67863"/>
                  </a:lnTo>
                  <a:lnTo>
                    <a:pt x="58834" y="35929"/>
                  </a:lnTo>
                  <a:cubicBezTo>
                    <a:pt x="113533" y="12794"/>
                    <a:pt x="173671" y="0"/>
                    <a:pt x="236797" y="0"/>
                  </a:cubicBezTo>
                  <a:close/>
                </a:path>
              </a:pathLst>
            </a:custGeom>
            <a:solidFill>
              <a:srgbClr val="E0E2BA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0741296-5B17-007C-136D-5620F5A208AA}"/>
                </a:ext>
              </a:extLst>
            </p:cNvPr>
            <p:cNvSpPr/>
            <p:nvPr/>
          </p:nvSpPr>
          <p:spPr>
            <a:xfrm>
              <a:off x="921897" y="2309304"/>
              <a:ext cx="431569" cy="351729"/>
            </a:xfrm>
            <a:custGeom>
              <a:avLst/>
              <a:gdLst>
                <a:gd name="csX0" fmla="*/ 0 w 431569"/>
                <a:gd name="csY0" fmla="*/ 0 h 351729"/>
                <a:gd name="csX1" fmla="*/ 52934 w 431569"/>
                <a:gd name="csY1" fmla="*/ 28731 h 351729"/>
                <a:gd name="csX2" fmla="*/ 230897 w 431569"/>
                <a:gd name="csY2" fmla="*/ 64660 h 351729"/>
                <a:gd name="csX3" fmla="*/ 408860 w 431569"/>
                <a:gd name="csY3" fmla="*/ 28731 h 351729"/>
                <a:gd name="csX4" fmla="*/ 431569 w 431569"/>
                <a:gd name="csY4" fmla="*/ 16405 h 351729"/>
                <a:gd name="csX5" fmla="*/ 427725 w 431569"/>
                <a:gd name="csY5" fmla="*/ 54534 h 351729"/>
                <a:gd name="csX6" fmla="*/ 235439 w 431569"/>
                <a:gd name="csY6" fmla="*/ 341510 h 351729"/>
                <a:gd name="csX7" fmla="*/ 216612 w 431569"/>
                <a:gd name="csY7" fmla="*/ 351729 h 351729"/>
                <a:gd name="csX8" fmla="*/ 197784 w 431569"/>
                <a:gd name="csY8" fmla="*/ 341510 h 351729"/>
                <a:gd name="csX9" fmla="*/ 5498 w 431569"/>
                <a:gd name="csY9" fmla="*/ 54534 h 351729"/>
                <a:gd name="csX10" fmla="*/ 0 w 431569"/>
                <a:gd name="csY10" fmla="*/ 0 h 351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31569" h="351729">
                  <a:moveTo>
                    <a:pt x="0" y="0"/>
                  </a:moveTo>
                  <a:lnTo>
                    <a:pt x="52934" y="28731"/>
                  </a:lnTo>
                  <a:cubicBezTo>
                    <a:pt x="107633" y="51867"/>
                    <a:pt x="167771" y="64660"/>
                    <a:pt x="230897" y="64660"/>
                  </a:cubicBezTo>
                  <a:cubicBezTo>
                    <a:pt x="294023" y="64660"/>
                    <a:pt x="354161" y="51867"/>
                    <a:pt x="408860" y="28731"/>
                  </a:cubicBezTo>
                  <a:lnTo>
                    <a:pt x="431569" y="16405"/>
                  </a:lnTo>
                  <a:lnTo>
                    <a:pt x="427725" y="54534"/>
                  </a:lnTo>
                  <a:cubicBezTo>
                    <a:pt x="403364" y="173585"/>
                    <a:pt x="332732" y="275780"/>
                    <a:pt x="235439" y="341510"/>
                  </a:cubicBezTo>
                  <a:lnTo>
                    <a:pt x="216612" y="351729"/>
                  </a:lnTo>
                  <a:lnTo>
                    <a:pt x="197784" y="341510"/>
                  </a:lnTo>
                  <a:cubicBezTo>
                    <a:pt x="100491" y="275780"/>
                    <a:pt x="29859" y="173585"/>
                    <a:pt x="5498" y="5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DB7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5B89247-9D8A-8070-9E49-ECDB996DFC5F}"/>
                </a:ext>
              </a:extLst>
            </p:cNvPr>
            <p:cNvSpPr/>
            <p:nvPr/>
          </p:nvSpPr>
          <p:spPr>
            <a:xfrm>
              <a:off x="701038" y="1459564"/>
              <a:ext cx="905164" cy="422795"/>
            </a:xfrm>
            <a:custGeom>
              <a:avLst/>
              <a:gdLst>
                <a:gd name="csX0" fmla="*/ 451755 w 905164"/>
                <a:gd name="csY0" fmla="*/ 0 h 422795"/>
                <a:gd name="csX1" fmla="*/ 899666 w 905164"/>
                <a:gd name="csY1" fmla="*/ 365058 h 422795"/>
                <a:gd name="csX2" fmla="*/ 905164 w 905164"/>
                <a:gd name="csY2" fmla="*/ 419592 h 422795"/>
                <a:gd name="csX3" fmla="*/ 852230 w 905164"/>
                <a:gd name="csY3" fmla="*/ 390861 h 422795"/>
                <a:gd name="csX4" fmla="*/ 674267 w 905164"/>
                <a:gd name="csY4" fmla="*/ 354932 h 422795"/>
                <a:gd name="csX5" fmla="*/ 496304 w 905164"/>
                <a:gd name="csY5" fmla="*/ 390861 h 422795"/>
                <a:gd name="csX6" fmla="*/ 437470 w 905164"/>
                <a:gd name="csY6" fmla="*/ 422795 h 422795"/>
                <a:gd name="csX7" fmla="*/ 378635 w 905164"/>
                <a:gd name="csY7" fmla="*/ 390861 h 422795"/>
                <a:gd name="csX8" fmla="*/ 200672 w 905164"/>
                <a:gd name="csY8" fmla="*/ 354932 h 422795"/>
                <a:gd name="csX9" fmla="*/ 22709 w 905164"/>
                <a:gd name="csY9" fmla="*/ 390861 h 422795"/>
                <a:gd name="csX10" fmla="*/ 0 w 905164"/>
                <a:gd name="csY10" fmla="*/ 403187 h 422795"/>
                <a:gd name="csX11" fmla="*/ 3844 w 905164"/>
                <a:gd name="csY11" fmla="*/ 365058 h 422795"/>
                <a:gd name="csX12" fmla="*/ 451755 w 905164"/>
                <a:gd name="csY12" fmla="*/ 0 h 42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05164" h="422795">
                  <a:moveTo>
                    <a:pt x="451755" y="0"/>
                  </a:moveTo>
                  <a:cubicBezTo>
                    <a:pt x="672697" y="0"/>
                    <a:pt x="857034" y="156720"/>
                    <a:pt x="899666" y="365058"/>
                  </a:cubicBezTo>
                  <a:lnTo>
                    <a:pt x="905164" y="419592"/>
                  </a:lnTo>
                  <a:lnTo>
                    <a:pt x="852230" y="390861"/>
                  </a:lnTo>
                  <a:cubicBezTo>
                    <a:pt x="797531" y="367726"/>
                    <a:pt x="737393" y="354932"/>
                    <a:pt x="674267" y="354932"/>
                  </a:cubicBezTo>
                  <a:cubicBezTo>
                    <a:pt x="611141" y="354932"/>
                    <a:pt x="551003" y="367726"/>
                    <a:pt x="496304" y="390861"/>
                  </a:cubicBezTo>
                  <a:lnTo>
                    <a:pt x="437470" y="422795"/>
                  </a:lnTo>
                  <a:lnTo>
                    <a:pt x="378635" y="390861"/>
                  </a:lnTo>
                  <a:cubicBezTo>
                    <a:pt x="323936" y="367726"/>
                    <a:pt x="263798" y="354932"/>
                    <a:pt x="200672" y="354932"/>
                  </a:cubicBezTo>
                  <a:cubicBezTo>
                    <a:pt x="137546" y="354932"/>
                    <a:pt x="77408" y="367726"/>
                    <a:pt x="22709" y="390861"/>
                  </a:cubicBezTo>
                  <a:lnTo>
                    <a:pt x="0" y="403187"/>
                  </a:lnTo>
                  <a:lnTo>
                    <a:pt x="3844" y="365058"/>
                  </a:lnTo>
                  <a:cubicBezTo>
                    <a:pt x="46476" y="156720"/>
                    <a:pt x="230813" y="0"/>
                    <a:pt x="45175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E55EAA5-E377-A7B1-7A32-1FE41FDBA151}"/>
                </a:ext>
              </a:extLst>
            </p:cNvPr>
            <p:cNvSpPr/>
            <p:nvPr/>
          </p:nvSpPr>
          <p:spPr>
            <a:xfrm>
              <a:off x="444510" y="1862751"/>
              <a:ext cx="693998" cy="866145"/>
            </a:xfrm>
            <a:custGeom>
              <a:avLst/>
              <a:gdLst>
                <a:gd name="csX0" fmla="*/ 256528 w 693998"/>
                <a:gd name="csY0" fmla="*/ 0 h 866145"/>
                <a:gd name="csX1" fmla="*/ 251083 w 693998"/>
                <a:gd name="csY1" fmla="*/ 54013 h 866145"/>
                <a:gd name="csX2" fmla="*/ 452658 w 693998"/>
                <a:gd name="csY2" fmla="*/ 433131 h 866145"/>
                <a:gd name="csX3" fmla="*/ 477386 w 693998"/>
                <a:gd name="csY3" fmla="*/ 446553 h 866145"/>
                <a:gd name="csX4" fmla="*/ 482884 w 693998"/>
                <a:gd name="csY4" fmla="*/ 501087 h 866145"/>
                <a:gd name="csX5" fmla="*/ 675170 w 693998"/>
                <a:gd name="csY5" fmla="*/ 788063 h 866145"/>
                <a:gd name="csX6" fmla="*/ 693998 w 693998"/>
                <a:gd name="csY6" fmla="*/ 798282 h 866145"/>
                <a:gd name="csX7" fmla="*/ 635163 w 693998"/>
                <a:gd name="csY7" fmla="*/ 830216 h 866145"/>
                <a:gd name="csX8" fmla="*/ 457200 w 693998"/>
                <a:gd name="csY8" fmla="*/ 866145 h 866145"/>
                <a:gd name="csX9" fmla="*/ 0 w 693998"/>
                <a:gd name="csY9" fmla="*/ 408945 h 866145"/>
                <a:gd name="csX10" fmla="*/ 201575 w 693998"/>
                <a:gd name="csY10" fmla="*/ 29827 h 866145"/>
                <a:gd name="csX11" fmla="*/ 256528 w 693998"/>
                <a:gd name="csY11" fmla="*/ 0 h 866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8" h="866145">
                  <a:moveTo>
                    <a:pt x="256528" y="0"/>
                  </a:moveTo>
                  <a:lnTo>
                    <a:pt x="251083" y="54013"/>
                  </a:lnTo>
                  <a:cubicBezTo>
                    <a:pt x="251083" y="211829"/>
                    <a:pt x="331042" y="350969"/>
                    <a:pt x="452658" y="433131"/>
                  </a:cubicBezTo>
                  <a:lnTo>
                    <a:pt x="477386" y="446553"/>
                  </a:lnTo>
                  <a:lnTo>
                    <a:pt x="482884" y="501087"/>
                  </a:lnTo>
                  <a:cubicBezTo>
                    <a:pt x="507245" y="620138"/>
                    <a:pt x="577877" y="722333"/>
                    <a:pt x="675170" y="788063"/>
                  </a:cubicBezTo>
                  <a:lnTo>
                    <a:pt x="693998" y="798282"/>
                  </a:lnTo>
                  <a:lnTo>
                    <a:pt x="635163" y="830216"/>
                  </a:lnTo>
                  <a:cubicBezTo>
                    <a:pt x="580464" y="853352"/>
                    <a:pt x="520326" y="866145"/>
                    <a:pt x="457200" y="866145"/>
                  </a:cubicBezTo>
                  <a:cubicBezTo>
                    <a:pt x="204695" y="866145"/>
                    <a:pt x="0" y="661450"/>
                    <a:pt x="0" y="408945"/>
                  </a:cubicBezTo>
                  <a:cubicBezTo>
                    <a:pt x="0" y="251130"/>
                    <a:pt x="79959" y="111990"/>
                    <a:pt x="201575" y="29827"/>
                  </a:cubicBezTo>
                  <a:lnTo>
                    <a:pt x="256528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2D3E35D-9FB1-17E4-B523-E710EA7A7C09}"/>
                </a:ext>
              </a:extLst>
            </p:cNvPr>
            <p:cNvSpPr/>
            <p:nvPr/>
          </p:nvSpPr>
          <p:spPr>
            <a:xfrm>
              <a:off x="1138509" y="1879155"/>
              <a:ext cx="693997" cy="849740"/>
            </a:xfrm>
            <a:custGeom>
              <a:avLst/>
              <a:gdLst>
                <a:gd name="csX0" fmla="*/ 467694 w 693997"/>
                <a:gd name="csY0" fmla="*/ 0 h 849740"/>
                <a:gd name="csX1" fmla="*/ 492422 w 693997"/>
                <a:gd name="csY1" fmla="*/ 13422 h 849740"/>
                <a:gd name="csX2" fmla="*/ 693997 w 693997"/>
                <a:gd name="csY2" fmla="*/ 392540 h 849740"/>
                <a:gd name="csX3" fmla="*/ 236797 w 693997"/>
                <a:gd name="csY3" fmla="*/ 849740 h 849740"/>
                <a:gd name="csX4" fmla="*/ 58834 w 693997"/>
                <a:gd name="csY4" fmla="*/ 813811 h 849740"/>
                <a:gd name="csX5" fmla="*/ 0 w 693997"/>
                <a:gd name="csY5" fmla="*/ 781877 h 849740"/>
                <a:gd name="csX6" fmla="*/ 18827 w 693997"/>
                <a:gd name="csY6" fmla="*/ 771658 h 849740"/>
                <a:gd name="csX7" fmla="*/ 211113 w 693997"/>
                <a:gd name="csY7" fmla="*/ 484682 h 849740"/>
                <a:gd name="csX8" fmla="*/ 214957 w 693997"/>
                <a:gd name="csY8" fmla="*/ 446553 h 849740"/>
                <a:gd name="csX9" fmla="*/ 269910 w 693997"/>
                <a:gd name="csY9" fmla="*/ 416726 h 849740"/>
                <a:gd name="csX10" fmla="*/ 471485 w 693997"/>
                <a:gd name="csY10" fmla="*/ 37608 h 849740"/>
                <a:gd name="csX11" fmla="*/ 467694 w 693997"/>
                <a:gd name="csY11" fmla="*/ 0 h 849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93997" h="849740">
                  <a:moveTo>
                    <a:pt x="467694" y="0"/>
                  </a:moveTo>
                  <a:lnTo>
                    <a:pt x="492422" y="13422"/>
                  </a:lnTo>
                  <a:cubicBezTo>
                    <a:pt x="614038" y="95585"/>
                    <a:pt x="693997" y="234725"/>
                    <a:pt x="693997" y="392540"/>
                  </a:cubicBezTo>
                  <a:cubicBezTo>
                    <a:pt x="693997" y="645045"/>
                    <a:pt x="489302" y="849740"/>
                    <a:pt x="236797" y="849740"/>
                  </a:cubicBezTo>
                  <a:cubicBezTo>
                    <a:pt x="173671" y="849740"/>
                    <a:pt x="113533" y="836947"/>
                    <a:pt x="58834" y="813811"/>
                  </a:cubicBezTo>
                  <a:lnTo>
                    <a:pt x="0" y="781877"/>
                  </a:lnTo>
                  <a:lnTo>
                    <a:pt x="18827" y="771658"/>
                  </a:lnTo>
                  <a:cubicBezTo>
                    <a:pt x="116120" y="705928"/>
                    <a:pt x="186752" y="603733"/>
                    <a:pt x="211113" y="484682"/>
                  </a:cubicBezTo>
                  <a:lnTo>
                    <a:pt x="214957" y="446553"/>
                  </a:lnTo>
                  <a:lnTo>
                    <a:pt x="269910" y="416726"/>
                  </a:lnTo>
                  <a:cubicBezTo>
                    <a:pt x="391526" y="334564"/>
                    <a:pt x="471485" y="195424"/>
                    <a:pt x="471485" y="37608"/>
                  </a:cubicBezTo>
                  <a:lnTo>
                    <a:pt x="467694" y="0"/>
                  </a:lnTo>
                  <a:close/>
                </a:path>
              </a:pathLst>
            </a:custGeom>
            <a:solidFill>
              <a:srgbClr val="FFC00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C5FC20-E963-CF24-6C06-1A392BCACB10}"/>
                </a:ext>
              </a:extLst>
            </p:cNvPr>
            <p:cNvSpPr/>
            <p:nvPr/>
          </p:nvSpPr>
          <p:spPr>
            <a:xfrm>
              <a:off x="918106" y="1882359"/>
              <a:ext cx="440805" cy="491605"/>
            </a:xfrm>
            <a:custGeom>
              <a:avLst/>
              <a:gdLst>
                <a:gd name="csX0" fmla="*/ 220403 w 440805"/>
                <a:gd name="csY0" fmla="*/ 0 h 491605"/>
                <a:gd name="csX1" fmla="*/ 239230 w 440805"/>
                <a:gd name="csY1" fmla="*/ 10219 h 491605"/>
                <a:gd name="csX2" fmla="*/ 440805 w 440805"/>
                <a:gd name="csY2" fmla="*/ 389337 h 491605"/>
                <a:gd name="csX3" fmla="*/ 435360 w 440805"/>
                <a:gd name="csY3" fmla="*/ 443350 h 491605"/>
                <a:gd name="csX4" fmla="*/ 412651 w 440805"/>
                <a:gd name="csY4" fmla="*/ 455676 h 491605"/>
                <a:gd name="csX5" fmla="*/ 234688 w 440805"/>
                <a:gd name="csY5" fmla="*/ 491605 h 491605"/>
                <a:gd name="csX6" fmla="*/ 56725 w 440805"/>
                <a:gd name="csY6" fmla="*/ 455676 h 491605"/>
                <a:gd name="csX7" fmla="*/ 3791 w 440805"/>
                <a:gd name="csY7" fmla="*/ 426945 h 491605"/>
                <a:gd name="csX8" fmla="*/ 0 w 440805"/>
                <a:gd name="csY8" fmla="*/ 389337 h 491605"/>
                <a:gd name="csX9" fmla="*/ 201575 w 440805"/>
                <a:gd name="csY9" fmla="*/ 10219 h 491605"/>
                <a:gd name="csX10" fmla="*/ 220403 w 440805"/>
                <a:gd name="csY10" fmla="*/ 0 h 4916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40805" h="491605">
                  <a:moveTo>
                    <a:pt x="220403" y="0"/>
                  </a:moveTo>
                  <a:lnTo>
                    <a:pt x="239230" y="10219"/>
                  </a:lnTo>
                  <a:cubicBezTo>
                    <a:pt x="360846" y="92382"/>
                    <a:pt x="440805" y="231522"/>
                    <a:pt x="440805" y="389337"/>
                  </a:cubicBezTo>
                  <a:lnTo>
                    <a:pt x="435360" y="443350"/>
                  </a:lnTo>
                  <a:lnTo>
                    <a:pt x="412651" y="455676"/>
                  </a:lnTo>
                  <a:cubicBezTo>
                    <a:pt x="357952" y="478812"/>
                    <a:pt x="297814" y="491605"/>
                    <a:pt x="234688" y="491605"/>
                  </a:cubicBezTo>
                  <a:cubicBezTo>
                    <a:pt x="171562" y="491605"/>
                    <a:pt x="111424" y="478812"/>
                    <a:pt x="56725" y="455676"/>
                  </a:cubicBezTo>
                  <a:lnTo>
                    <a:pt x="3791" y="426945"/>
                  </a:lnTo>
                  <a:lnTo>
                    <a:pt x="0" y="389337"/>
                  </a:lnTo>
                  <a:cubicBezTo>
                    <a:pt x="0" y="231522"/>
                    <a:pt x="79959" y="92382"/>
                    <a:pt x="201575" y="10219"/>
                  </a:cubicBezTo>
                  <a:lnTo>
                    <a:pt x="220403" y="0"/>
                  </a:lnTo>
                  <a:close/>
                </a:path>
              </a:pathLst>
            </a:custGeom>
            <a:pattFill prst="wd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D301A-3E3F-6EB7-6C9B-693417CD3556}"/>
              </a:ext>
            </a:extLst>
          </p:cNvPr>
          <p:cNvCxnSpPr>
            <a:cxnSpLocks/>
          </p:cNvCxnSpPr>
          <p:nvPr/>
        </p:nvCxnSpPr>
        <p:spPr>
          <a:xfrm>
            <a:off x="1471773" y="1013716"/>
            <a:ext cx="0" cy="349160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B675706-6C00-4FD3-179D-927FD66012B5}"/>
              </a:ext>
            </a:extLst>
          </p:cNvPr>
          <p:cNvSpPr txBox="1"/>
          <p:nvPr/>
        </p:nvSpPr>
        <p:spPr>
          <a:xfrm>
            <a:off x="106866" y="1040712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6E45FF-3471-5722-7DD3-0B533E171B2E}"/>
              </a:ext>
            </a:extLst>
          </p:cNvPr>
          <p:cNvSpPr txBox="1"/>
          <p:nvPr/>
        </p:nvSpPr>
        <p:spPr>
          <a:xfrm>
            <a:off x="3238072" y="1040712"/>
            <a:ext cx="1466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6D103E-9B99-82A4-B061-D2E711CA42C5}"/>
              </a:ext>
            </a:extLst>
          </p:cNvPr>
          <p:cNvSpPr txBox="1"/>
          <p:nvPr/>
        </p:nvSpPr>
        <p:spPr>
          <a:xfrm>
            <a:off x="129386" y="1597280"/>
            <a:ext cx="146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Water-quality management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394B4F-FC05-6BD2-D46A-BAF019881C4A}"/>
              </a:ext>
            </a:extLst>
          </p:cNvPr>
          <p:cNvSpPr txBox="1"/>
          <p:nvPr/>
        </p:nvSpPr>
        <p:spPr>
          <a:xfrm>
            <a:off x="-105623" y="2568504"/>
            <a:ext cx="66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8DB6FF-C62F-F158-9472-50F57CCD85EA}"/>
              </a:ext>
            </a:extLst>
          </p:cNvPr>
          <p:cNvSpPr txBox="1"/>
          <p:nvPr/>
        </p:nvSpPr>
        <p:spPr>
          <a:xfrm>
            <a:off x="358109" y="2790017"/>
            <a:ext cx="1298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Climate-change adaptation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4F40553-F0D6-5E82-C2F2-3859D97B300E}"/>
              </a:ext>
            </a:extLst>
          </p:cNvPr>
          <p:cNvSpPr/>
          <p:nvPr/>
        </p:nvSpPr>
        <p:spPr>
          <a:xfrm>
            <a:off x="1710756" y="3936251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57E812D-8A38-9F55-FD4C-451450B9EAF7}"/>
              </a:ext>
            </a:extLst>
          </p:cNvPr>
          <p:cNvSpPr/>
          <p:nvPr/>
        </p:nvSpPr>
        <p:spPr>
          <a:xfrm>
            <a:off x="3218720" y="3936250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8515B88-17BF-CD7E-382F-C697A5B0D32E}"/>
              </a:ext>
            </a:extLst>
          </p:cNvPr>
          <p:cNvGrpSpPr/>
          <p:nvPr/>
        </p:nvGrpSpPr>
        <p:grpSpPr>
          <a:xfrm>
            <a:off x="1573589" y="3062356"/>
            <a:ext cx="4242246" cy="622504"/>
            <a:chOff x="1883922" y="2260153"/>
            <a:chExt cx="4242246" cy="62250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4095730-E381-A900-8A2B-B9809492E18F}"/>
                </a:ext>
              </a:extLst>
            </p:cNvPr>
            <p:cNvSpPr/>
            <p:nvPr/>
          </p:nvSpPr>
          <p:spPr>
            <a:xfrm>
              <a:off x="1883922" y="2836938"/>
              <a:ext cx="4242246" cy="45719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6F11BB-D51C-CCB0-C3D4-A762264F2496}"/>
                </a:ext>
              </a:extLst>
            </p:cNvPr>
            <p:cNvSpPr txBox="1"/>
            <p:nvPr/>
          </p:nvSpPr>
          <p:spPr>
            <a:xfrm>
              <a:off x="2044376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 experiments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79171BA-E49A-51D3-8639-148464F4918F}"/>
                </a:ext>
              </a:extLst>
            </p:cNvPr>
            <p:cNvSpPr txBox="1"/>
            <p:nvPr/>
          </p:nvSpPr>
          <p:spPr>
            <a:xfrm>
              <a:off x="3130298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modeling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D90FD36-DCF7-7075-DD64-6060D269610D}"/>
                </a:ext>
              </a:extLst>
            </p:cNvPr>
            <p:cNvSpPr txBox="1"/>
            <p:nvPr/>
          </p:nvSpPr>
          <p:spPr>
            <a:xfrm>
              <a:off x="4077272" y="2453932"/>
              <a:ext cx="8424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Geospatial analysis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7ABD334-E814-6259-6A5D-CDC8DF603104}"/>
                </a:ext>
              </a:extLst>
            </p:cNvPr>
            <p:cNvSpPr txBox="1"/>
            <p:nvPr/>
          </p:nvSpPr>
          <p:spPr>
            <a:xfrm>
              <a:off x="5063772" y="2453932"/>
              <a:ext cx="9682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Uncertainty quantification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677995A-465F-B186-045E-320D70FC3DDC}"/>
                </a:ext>
              </a:extLst>
            </p:cNvPr>
            <p:cNvSpPr/>
            <p:nvPr/>
          </p:nvSpPr>
          <p:spPr>
            <a:xfrm>
              <a:off x="1883922" y="2295525"/>
              <a:ext cx="4242246" cy="179132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8D711D2-2605-1EE8-FE9A-69AC4E614469}"/>
                </a:ext>
              </a:extLst>
            </p:cNvPr>
            <p:cNvSpPr txBox="1"/>
            <p:nvPr/>
          </p:nvSpPr>
          <p:spPr>
            <a:xfrm>
              <a:off x="2976011" y="2260153"/>
              <a:ext cx="2123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Methodological foundation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6127F3-951C-767E-4233-CCB2D1F5B35A}"/>
              </a:ext>
            </a:extLst>
          </p:cNvPr>
          <p:cNvGrpSpPr/>
          <p:nvPr/>
        </p:nvGrpSpPr>
        <p:grpSpPr>
          <a:xfrm>
            <a:off x="1813779" y="1329634"/>
            <a:ext cx="925084" cy="1622028"/>
            <a:chOff x="1535122" y="1308004"/>
            <a:chExt cx="925084" cy="162202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31B0948-1F25-D5B7-D783-E17DA53F2E84}"/>
                </a:ext>
              </a:extLst>
            </p:cNvPr>
            <p:cNvSpPr txBox="1"/>
            <p:nvPr/>
          </p:nvSpPr>
          <p:spPr>
            <a:xfrm>
              <a:off x="1557401" y="130800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Waterbodies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04C4680-0E26-0B71-2FD4-C34D442484B5}"/>
                </a:ext>
              </a:extLst>
            </p:cNvPr>
            <p:cNvSpPr txBox="1"/>
            <p:nvPr/>
          </p:nvSpPr>
          <p:spPr>
            <a:xfrm>
              <a:off x="1535122" y="1662791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Sediment nutrient release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4B98D1E-B5FB-DC26-7D11-8EC750B3F916}"/>
                </a:ext>
              </a:extLst>
            </p:cNvPr>
            <p:cNvSpPr/>
            <p:nvPr/>
          </p:nvSpPr>
          <p:spPr>
            <a:xfrm>
              <a:off x="1590592" y="1323033"/>
              <a:ext cx="858545" cy="1606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206A52E-BBF3-668F-D356-BC060829D0A8}"/>
                </a:ext>
              </a:extLst>
            </p:cNvPr>
            <p:cNvSpPr txBox="1"/>
            <p:nvPr/>
          </p:nvSpPr>
          <p:spPr>
            <a:xfrm>
              <a:off x="1535122" y="2013379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Eutrophication control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DD4319-E442-33EA-54E7-EF0E0BBF52CF}"/>
                </a:ext>
              </a:extLst>
            </p:cNvPr>
            <p:cNvSpPr txBox="1"/>
            <p:nvPr/>
          </p:nvSpPr>
          <p:spPr>
            <a:xfrm>
              <a:off x="1535122" y="2400338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Restoration strategies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BB87150-87DC-CE42-6875-50CD138068F6}"/>
              </a:ext>
            </a:extLst>
          </p:cNvPr>
          <p:cNvGrpSpPr/>
          <p:nvPr/>
        </p:nvGrpSpPr>
        <p:grpSpPr>
          <a:xfrm>
            <a:off x="2755160" y="1329634"/>
            <a:ext cx="925084" cy="1622028"/>
            <a:chOff x="1535122" y="1308004"/>
            <a:chExt cx="925084" cy="16220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3B0CB1-D084-AA3D-573B-497DB33CCD6A}"/>
                </a:ext>
              </a:extLst>
            </p:cNvPr>
            <p:cNvSpPr txBox="1"/>
            <p:nvPr/>
          </p:nvSpPr>
          <p:spPr>
            <a:xfrm>
              <a:off x="1557401" y="130800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Watersheds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5C7648-7412-AC36-13BC-F37358674707}"/>
                </a:ext>
              </a:extLst>
            </p:cNvPr>
            <p:cNvSpPr txBox="1"/>
            <p:nvPr/>
          </p:nvSpPr>
          <p:spPr>
            <a:xfrm>
              <a:off x="1535122" y="1662791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 flux pathways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1207FA-C68A-97F7-0D23-C039F6FC1A35}"/>
                </a:ext>
              </a:extLst>
            </p:cNvPr>
            <p:cNvSpPr/>
            <p:nvPr/>
          </p:nvSpPr>
          <p:spPr>
            <a:xfrm>
              <a:off x="1590592" y="1323033"/>
              <a:ext cx="858545" cy="1606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A11E8F-032A-2C83-E2F0-9D986CB5AE1F}"/>
                </a:ext>
              </a:extLst>
            </p:cNvPr>
            <p:cNvSpPr txBox="1"/>
            <p:nvPr/>
          </p:nvSpPr>
          <p:spPr>
            <a:xfrm>
              <a:off x="1535122" y="2013379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Land use and hydrology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058B78-5C71-747B-A5F6-A6C0DB281517}"/>
                </a:ext>
              </a:extLst>
            </p:cNvPr>
            <p:cNvSpPr txBox="1"/>
            <p:nvPr/>
          </p:nvSpPr>
          <p:spPr>
            <a:xfrm>
              <a:off x="1535122" y="2400338"/>
              <a:ext cx="9250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Climate variability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846843-B68F-9336-A5CC-8E16B78808B2}"/>
              </a:ext>
            </a:extLst>
          </p:cNvPr>
          <p:cNvGrpSpPr/>
          <p:nvPr/>
        </p:nvGrpSpPr>
        <p:grpSpPr>
          <a:xfrm>
            <a:off x="3696541" y="1329634"/>
            <a:ext cx="925084" cy="1622028"/>
            <a:chOff x="1535122" y="1308004"/>
            <a:chExt cx="925084" cy="162202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3DD9BC-00F8-51B6-BBBF-A8FCE62FA967}"/>
                </a:ext>
              </a:extLst>
            </p:cNvPr>
            <p:cNvSpPr txBox="1"/>
            <p:nvPr/>
          </p:nvSpPr>
          <p:spPr>
            <a:xfrm>
              <a:off x="1557401" y="130800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AE6BCD-17D1-986E-1E03-B20E5DAD8F57}"/>
                </a:ext>
              </a:extLst>
            </p:cNvPr>
            <p:cNvSpPr txBox="1"/>
            <p:nvPr/>
          </p:nvSpPr>
          <p:spPr>
            <a:xfrm>
              <a:off x="1535122" y="1662791"/>
              <a:ext cx="92508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 accounting in regions and states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4DFEFE-F371-3D8E-946B-FA657F323185}"/>
                </a:ext>
              </a:extLst>
            </p:cNvPr>
            <p:cNvSpPr/>
            <p:nvPr/>
          </p:nvSpPr>
          <p:spPr>
            <a:xfrm>
              <a:off x="1590592" y="1323033"/>
              <a:ext cx="858545" cy="1606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6C6A84-7A1A-4843-3D5F-CE1D65CDCC08}"/>
              </a:ext>
            </a:extLst>
          </p:cNvPr>
          <p:cNvGrpSpPr/>
          <p:nvPr/>
        </p:nvGrpSpPr>
        <p:grpSpPr>
          <a:xfrm>
            <a:off x="4637923" y="1329634"/>
            <a:ext cx="925084" cy="1622028"/>
            <a:chOff x="1535122" y="1308004"/>
            <a:chExt cx="925084" cy="16220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EEF900-BB55-29D2-39A3-D3DDAC4C3B47}"/>
                </a:ext>
              </a:extLst>
            </p:cNvPr>
            <p:cNvSpPr txBox="1"/>
            <p:nvPr/>
          </p:nvSpPr>
          <p:spPr>
            <a:xfrm>
              <a:off x="1557401" y="1308004"/>
              <a:ext cx="9001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A7BCA7-D26E-FCE0-0187-5769A832EED9}"/>
                </a:ext>
              </a:extLst>
            </p:cNvPr>
            <p:cNvSpPr txBox="1"/>
            <p:nvPr/>
          </p:nvSpPr>
          <p:spPr>
            <a:xfrm>
              <a:off x="1535122" y="1662791"/>
              <a:ext cx="925084" cy="4154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9144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National-scale nutrient solutions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59B297-0B7D-4978-05EE-62EED8467FFF}"/>
                </a:ext>
              </a:extLst>
            </p:cNvPr>
            <p:cNvSpPr/>
            <p:nvPr/>
          </p:nvSpPr>
          <p:spPr>
            <a:xfrm>
              <a:off x="1590592" y="1323033"/>
              <a:ext cx="858545" cy="1606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A85EA2B8-F4CF-22E9-42B7-B6B1D391E300}"/>
              </a:ext>
            </a:extLst>
          </p:cNvPr>
          <p:cNvSpPr/>
          <p:nvPr/>
        </p:nvSpPr>
        <p:spPr>
          <a:xfrm>
            <a:off x="1710756" y="2954854"/>
            <a:ext cx="3982095" cy="1412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0C57BA-B1B4-A25B-8DD2-E5AD5FB54F48}"/>
              </a:ext>
            </a:extLst>
          </p:cNvPr>
          <p:cNvSpPr txBox="1"/>
          <p:nvPr/>
        </p:nvSpPr>
        <p:spPr>
          <a:xfrm>
            <a:off x="1643185" y="2911008"/>
            <a:ext cx="899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goals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729611-80D9-D4C3-5CD4-01A45378AEE0}"/>
              </a:ext>
            </a:extLst>
          </p:cNvPr>
          <p:cNvSpPr txBox="1"/>
          <p:nvPr/>
        </p:nvSpPr>
        <p:spPr>
          <a:xfrm>
            <a:off x="4816631" y="2914804"/>
            <a:ext cx="899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goals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CFEA10-C754-55F5-236B-3963C96E3C65}"/>
              </a:ext>
            </a:extLst>
          </p:cNvPr>
          <p:cNvSpPr/>
          <p:nvPr/>
        </p:nvSpPr>
        <p:spPr>
          <a:xfrm>
            <a:off x="4737620" y="3936249"/>
            <a:ext cx="724136" cy="50268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2929F1-542F-8B59-0260-04AEC154C844}"/>
              </a:ext>
            </a:extLst>
          </p:cNvPr>
          <p:cNvSpPr/>
          <p:nvPr/>
        </p:nvSpPr>
        <p:spPr>
          <a:xfrm>
            <a:off x="1870069" y="1343589"/>
            <a:ext cx="858545" cy="21115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18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1559</TotalTime>
  <Words>413</Words>
  <Application>Microsoft Office PowerPoint</Application>
  <PresentationFormat>Custom</PresentationFormat>
  <Paragraphs>153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Smitom Swapna Borah</dc:creator>
  <cp:lastModifiedBy>Smitom Swapna Borah</cp:lastModifiedBy>
  <cp:revision>1</cp:revision>
  <dcterms:created xsi:type="dcterms:W3CDTF">2026-03-02T15:27:50Z</dcterms:created>
  <dcterms:modified xsi:type="dcterms:W3CDTF">2026-05-18T19:20:16Z</dcterms:modified>
</cp:coreProperties>
</file>